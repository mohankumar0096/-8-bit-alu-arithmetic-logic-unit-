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Krona One"/>
      <p:regular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Playfair Display"/>
      <p:regular r:id="rId48"/>
      <p:bold r:id="rId49"/>
      <p:italic r:id="rId50"/>
      <p:boldItalic r:id="rId51"/>
    </p:embeddedFont>
    <p:embeddedFont>
      <p:font typeface="Abril Fatface"/>
      <p:regular r:id="rId52"/>
    </p:embeddedFont>
    <p:embeddedFont>
      <p:font typeface="PT Sans"/>
      <p:regular r:id="rId53"/>
      <p:bold r:id="rId54"/>
      <p:italic r:id="rId55"/>
      <p:boldItalic r:id="rId56"/>
    </p:embeddedFont>
    <p:embeddedFont>
      <p:font typeface="Archiv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5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B9F164-D227-4CCB-B024-482D7727FD13}">
  <a:tblStyle styleId="{BBB9F164-D227-4CCB-B024-482D7727FD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oboto-regular.fntdata"/><Relationship Id="rId43" Type="http://schemas.openxmlformats.org/officeDocument/2006/relationships/font" Target="fonts/KronaOne-regular.fntdata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ayfairDisplay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PlayfairDispl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Archiv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layfairDisplay-boldItalic.fntdata"/><Relationship Id="rId50" Type="http://schemas.openxmlformats.org/officeDocument/2006/relationships/font" Target="fonts/PlayfairDisplay-italic.fntdata"/><Relationship Id="rId53" Type="http://schemas.openxmlformats.org/officeDocument/2006/relationships/font" Target="fonts/PTSans-regular.fntdata"/><Relationship Id="rId52" Type="http://schemas.openxmlformats.org/officeDocument/2006/relationships/font" Target="fonts/AbrilFatface-regular.fntdata"/><Relationship Id="rId11" Type="http://schemas.openxmlformats.org/officeDocument/2006/relationships/slide" Target="slides/slide5.xml"/><Relationship Id="rId55" Type="http://schemas.openxmlformats.org/officeDocument/2006/relationships/font" Target="fonts/PTSans-italic.fntdata"/><Relationship Id="rId10" Type="http://schemas.openxmlformats.org/officeDocument/2006/relationships/slide" Target="slides/slide4.xml"/><Relationship Id="rId54" Type="http://schemas.openxmlformats.org/officeDocument/2006/relationships/font" Target="fonts/PTSans-bold.fntdata"/><Relationship Id="rId13" Type="http://schemas.openxmlformats.org/officeDocument/2006/relationships/slide" Target="slides/slide7.xml"/><Relationship Id="rId57" Type="http://schemas.openxmlformats.org/officeDocument/2006/relationships/font" Target="fonts/Archivo-regular.fntdata"/><Relationship Id="rId12" Type="http://schemas.openxmlformats.org/officeDocument/2006/relationships/slide" Target="slides/slide6.xml"/><Relationship Id="rId56" Type="http://schemas.openxmlformats.org/officeDocument/2006/relationships/font" Target="fonts/PTSans-boldItalic.fntdata"/><Relationship Id="rId15" Type="http://schemas.openxmlformats.org/officeDocument/2006/relationships/slide" Target="slides/slide9.xml"/><Relationship Id="rId59" Type="http://schemas.openxmlformats.org/officeDocument/2006/relationships/font" Target="fonts/Archivo-italic.fntdata"/><Relationship Id="rId14" Type="http://schemas.openxmlformats.org/officeDocument/2006/relationships/slide" Target="slides/slide8.xml"/><Relationship Id="rId58" Type="http://schemas.openxmlformats.org/officeDocument/2006/relationships/font" Target="fonts/Archiv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g1ff1a1c2a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2" name="Google Shape;2802;g1ff1a1c2a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g409e544ce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1" name="Google Shape;2871;g409e544ce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g409e544ce8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8" name="Google Shape;2878;g409e544ce8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g409e544ce8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4" name="Google Shape;3004;g409e544ce8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g409e544ce8f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1" name="Google Shape;3011;g409e544ce8f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g409e544ce8f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8" name="Google Shape;3018;g409e544ce8f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409e544ce8f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5" name="Google Shape;3025;g409e544ce8f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g409e544ce8f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2" name="Google Shape;3032;g409e544ce8f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g409e544ce8f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9" name="Google Shape;3109;g409e544ce8f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4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g200b8282cfd_0_2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6" name="Google Shape;3116;g200b8282cfd_0_2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g409e544ce8f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3" name="Google Shape;3123;g409e544ce8f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8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g19d24085495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0" name="Google Shape;3130;g19d24085495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g409e544ce8f_0_2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0" name="Google Shape;3140;g409e544ce8f_0_2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409e544ce8f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409e544ce8f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g409e544ce8f_0_2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0" name="Google Shape;3150;g409e544ce8f_0_2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3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Google Shape;3154;g409e544ce8f_0_2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5" name="Google Shape;3155;g409e544ce8f_0_2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g409e544ce8f_0_2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0" name="Google Shape;3160;g409e544ce8f_0_2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g409e544ce8f_0_2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5" name="Google Shape;3165;g409e544ce8f_0_2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8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409e544ce8f_0_2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0" name="Google Shape;3170;g409e544ce8f_0_2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g409e544ce8f_0_2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5" name="Google Shape;3175;g409e544ce8f_0_2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g409e544ce8f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0" name="Google Shape;3180;g409e544ce8f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3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g99f2f57a7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5" name="Google Shape;3185;g99f2f57a7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8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Google Shape;3239;g409e544ce8f_0_2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0" name="Google Shape;3240;g409e544ce8f_0_2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409e6ef8aa0_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409e6ef8aa0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0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g409e6ef8aa0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2" name="Google Shape;3252;g409e6ef8aa0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g409e6ef8aa0_6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8" name="Google Shape;3258;g409e6ef8aa0_6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g409e6ef8aa0_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4" name="Google Shape;3264;g409e6ef8aa0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g409e6ef8aa0_6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0" name="Google Shape;3270;g409e6ef8aa0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409e6ef8aa0_6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6" name="Google Shape;3276;g409e6ef8aa0_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409e6ef8aa0_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409e6ef8aa0_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g409e6ef8aa0_6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8" name="Google Shape;3288;g409e6ef8aa0_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g409e6ef8aa0_6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4" name="Google Shape;3294;g409e6ef8aa0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8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g409e6ef8aa0_6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0" name="Google Shape;3300;g409e6ef8aa0_6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g409e6ef8aa0_6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6" name="Google Shape;3306;g409e6ef8aa0_6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0" name="Shape 3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3311;g409e6ef8aa0_6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2" name="Google Shape;3312;g409e6ef8aa0_6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6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g409e6ef8aa0_6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8" name="Google Shape;3318;g409e6ef8aa0_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" name="Google Shape;36;p2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2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2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2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2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2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2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2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2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2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2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" name="Google Shape;54;p2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" name="Google Shape;55;p2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2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2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2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2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2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" name="Google Shape;79;p2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80" name="Google Shape;80;p2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" name="Google Shape;81;p2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" name="Google Shape;82;p2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" name="Google Shape;84;p2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85" name="Google Shape;85;p2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2" name="Google Shape;92;p2"/>
          <p:cNvGrpSpPr/>
          <p:nvPr/>
        </p:nvGrpSpPr>
        <p:grpSpPr>
          <a:xfrm>
            <a:off x="6580031" y="730607"/>
            <a:ext cx="2088068" cy="3272416"/>
            <a:chOff x="6424521" y="147909"/>
            <a:chExt cx="627160" cy="982855"/>
          </a:xfrm>
        </p:grpSpPr>
        <p:sp>
          <p:nvSpPr>
            <p:cNvPr id="93" name="Google Shape;93;p2"/>
            <p:cNvSpPr/>
            <p:nvPr/>
          </p:nvSpPr>
          <p:spPr>
            <a:xfrm>
              <a:off x="6991178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02138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991178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2138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991178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02138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991178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702138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1" y="716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991178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02138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991178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702138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6802348" y="178118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83255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802348" y="36248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83255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802348" y="54685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683255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802348" y="73164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683255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6802348" y="916100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683255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6802348" y="1100469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683255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6613266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643476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613266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643476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613266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643476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613266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643476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613266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643476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613266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6643476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424521" y="178118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454394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424521" y="36248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454394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6424521" y="54685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6454394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6424521" y="73164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6454394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6424521" y="916100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454394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6424521" y="1100469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454394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2"/>
          <p:cNvGrpSpPr/>
          <p:nvPr/>
        </p:nvGrpSpPr>
        <p:grpSpPr>
          <a:xfrm>
            <a:off x="593678" y="676464"/>
            <a:ext cx="699078" cy="514365"/>
            <a:chOff x="4684413" y="1913343"/>
            <a:chExt cx="448098" cy="329700"/>
          </a:xfrm>
        </p:grpSpPr>
        <p:sp>
          <p:nvSpPr>
            <p:cNvPr id="142" name="Google Shape;142;p2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1428931" y="676464"/>
            <a:ext cx="699078" cy="514365"/>
            <a:chOff x="4684413" y="1913343"/>
            <a:chExt cx="448098" cy="329700"/>
          </a:xfrm>
        </p:grpSpPr>
        <p:sp>
          <p:nvSpPr>
            <p:cNvPr id="145" name="Google Shape;145;p2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593683" y="1387864"/>
            <a:ext cx="699078" cy="514365"/>
            <a:chOff x="4684413" y="1913343"/>
            <a:chExt cx="448098" cy="329700"/>
          </a:xfrm>
        </p:grpSpPr>
        <p:sp>
          <p:nvSpPr>
            <p:cNvPr id="148" name="Google Shape;148;p2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2"/>
          <p:cNvSpPr txBox="1"/>
          <p:nvPr>
            <p:ph type="ctrTitle"/>
          </p:nvPr>
        </p:nvSpPr>
        <p:spPr>
          <a:xfrm>
            <a:off x="918163" y="1009588"/>
            <a:ext cx="7307700" cy="2560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1" name="Google Shape;151;p2"/>
          <p:cNvSpPr txBox="1"/>
          <p:nvPr>
            <p:ph idx="1" type="subTitle"/>
          </p:nvPr>
        </p:nvSpPr>
        <p:spPr>
          <a:xfrm>
            <a:off x="918150" y="3570098"/>
            <a:ext cx="7307700" cy="5637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3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54" name="Google Shape;154;p3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3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3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3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3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3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3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3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3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3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3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3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3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3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3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3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3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3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3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3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3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3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3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3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3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3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3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3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3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3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3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3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3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3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3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3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3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3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3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3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3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3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3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3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3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3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3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3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3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3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3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3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3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3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3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3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3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3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3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3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3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3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3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3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3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3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3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3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3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3" name="Google Shape;223;p3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24" name="Google Shape;224;p3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" name="Google Shape;225;p3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" name="Google Shape;226;p3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" name="Google Shape;228;p3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" name="Google Shape;236;p3"/>
          <p:cNvGrpSpPr/>
          <p:nvPr/>
        </p:nvGrpSpPr>
        <p:grpSpPr>
          <a:xfrm>
            <a:off x="992231" y="988632"/>
            <a:ext cx="2088068" cy="3272416"/>
            <a:chOff x="6424521" y="147909"/>
            <a:chExt cx="627160" cy="982855"/>
          </a:xfrm>
        </p:grpSpPr>
        <p:sp>
          <p:nvSpPr>
            <p:cNvPr id="237" name="Google Shape;237;p3"/>
            <p:cNvSpPr/>
            <p:nvPr/>
          </p:nvSpPr>
          <p:spPr>
            <a:xfrm>
              <a:off x="6991178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702138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6991178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702138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6991178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702138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6991178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702138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1" y="716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6991178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702138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6991178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702138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6802348" y="178118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683255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6802348" y="36248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683255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6802348" y="54685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683255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6802348" y="73164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683255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6802348" y="916100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83255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6802348" y="1100469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683255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6613266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6643476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6613266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643476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6613266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6643476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6613266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6643476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6613266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6643476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613266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643476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6424521" y="178118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6454394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6424521" y="36248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6454394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6424521" y="54685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6454394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6424521" y="73164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6454394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6424521" y="916100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6454394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6424521" y="1100469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6454394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3"/>
          <p:cNvGrpSpPr/>
          <p:nvPr/>
        </p:nvGrpSpPr>
        <p:grpSpPr>
          <a:xfrm>
            <a:off x="130500" y="825750"/>
            <a:ext cx="1444500" cy="325800"/>
            <a:chOff x="130500" y="825750"/>
            <a:chExt cx="1444500" cy="325800"/>
          </a:xfrm>
        </p:grpSpPr>
        <p:sp>
          <p:nvSpPr>
            <p:cNvPr id="286" name="Google Shape;286;p3"/>
            <p:cNvSpPr/>
            <p:nvPr/>
          </p:nvSpPr>
          <p:spPr>
            <a:xfrm>
              <a:off x="130500" y="825750"/>
              <a:ext cx="1444500" cy="3258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NEW EMAIL</a:t>
              </a:r>
              <a:endPara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287" name="Google Shape;287;p3"/>
            <p:cNvGrpSpPr/>
            <p:nvPr/>
          </p:nvGrpSpPr>
          <p:grpSpPr>
            <a:xfrm>
              <a:off x="1333265" y="910350"/>
              <a:ext cx="156597" cy="156597"/>
              <a:chOff x="9831290" y="1558725"/>
              <a:chExt cx="156597" cy="156597"/>
            </a:xfrm>
          </p:grpSpPr>
          <p:sp>
            <p:nvSpPr>
              <p:cNvPr id="288" name="Google Shape;288;p3"/>
              <p:cNvSpPr/>
              <p:nvPr/>
            </p:nvSpPr>
            <p:spPr>
              <a:xfrm>
                <a:off x="9831290" y="15587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9869301" y="15969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9869301" y="15969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1" name="Google Shape;291;p3"/>
          <p:cNvSpPr/>
          <p:nvPr/>
        </p:nvSpPr>
        <p:spPr>
          <a:xfrm>
            <a:off x="130490" y="40582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"/>
          <p:cNvSpPr/>
          <p:nvPr/>
        </p:nvSpPr>
        <p:spPr>
          <a:xfrm>
            <a:off x="8720665" y="15660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"/>
          <p:cNvSpPr txBox="1"/>
          <p:nvPr>
            <p:ph type="title"/>
          </p:nvPr>
        </p:nvSpPr>
        <p:spPr>
          <a:xfrm>
            <a:off x="3622850" y="2158075"/>
            <a:ext cx="4786200" cy="1299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4" name="Google Shape;294;p3"/>
          <p:cNvSpPr txBox="1"/>
          <p:nvPr>
            <p:ph hasCustomPrompt="1" idx="2" type="title"/>
          </p:nvPr>
        </p:nvSpPr>
        <p:spPr>
          <a:xfrm>
            <a:off x="3622850" y="977025"/>
            <a:ext cx="4786200" cy="1181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5" name="Google Shape;295;p3"/>
          <p:cNvSpPr txBox="1"/>
          <p:nvPr>
            <p:ph idx="1" type="subTitle"/>
          </p:nvPr>
        </p:nvSpPr>
        <p:spPr>
          <a:xfrm>
            <a:off x="3622850" y="3458013"/>
            <a:ext cx="4786200" cy="636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4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298" name="Google Shape;298;p4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4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4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4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4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4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4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4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4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4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4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4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4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4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4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4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4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4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4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4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4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4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4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4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4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4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4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4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4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4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4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4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4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4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4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" name="Google Shape;333;p4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4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4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6" name="Google Shape;336;p4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4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8" name="Google Shape;338;p4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" name="Google Shape;339;p4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4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" name="Google Shape;341;p4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4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4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4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4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4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4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4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4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4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4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4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4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4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4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4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4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4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4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4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4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4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4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4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4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4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7" name="Google Shape;367;p4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368" name="Google Shape;368;p4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" name="Google Shape;369;p4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0" name="Google Shape;370;p4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4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373" name="Google Shape;373;p4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4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4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4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4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4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4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0" name="Google Shape;380;p4"/>
          <p:cNvSpPr txBox="1"/>
          <p:nvPr>
            <p:ph type="title"/>
          </p:nvPr>
        </p:nvSpPr>
        <p:spPr>
          <a:xfrm>
            <a:off x="749725" y="594360"/>
            <a:ext cx="76446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1" name="Google Shape;381;p4"/>
          <p:cNvSpPr txBox="1"/>
          <p:nvPr>
            <p:ph idx="1" type="body"/>
          </p:nvPr>
        </p:nvSpPr>
        <p:spPr>
          <a:xfrm>
            <a:off x="749725" y="1000500"/>
            <a:ext cx="3822300" cy="18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82" name="Google Shape;382;p4"/>
          <p:cNvGrpSpPr/>
          <p:nvPr/>
        </p:nvGrpSpPr>
        <p:grpSpPr>
          <a:xfrm>
            <a:off x="121995" y="4474183"/>
            <a:ext cx="693060" cy="471304"/>
            <a:chOff x="4684413" y="2795724"/>
            <a:chExt cx="493703" cy="335758"/>
          </a:xfrm>
        </p:grpSpPr>
        <p:sp>
          <p:nvSpPr>
            <p:cNvPr id="383" name="Google Shape;383;p4"/>
            <p:cNvSpPr/>
            <p:nvPr/>
          </p:nvSpPr>
          <p:spPr>
            <a:xfrm>
              <a:off x="4684413" y="280178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1"/>
                  </a:moveTo>
                  <a:cubicBezTo>
                    <a:pt x="80" y="1"/>
                    <a:pt x="1" y="77"/>
                    <a:pt x="1" y="174"/>
                  </a:cubicBezTo>
                  <a:lnTo>
                    <a:pt x="239" y="3918"/>
                  </a:lnTo>
                  <a:lnTo>
                    <a:pt x="4699" y="3918"/>
                  </a:lnTo>
                  <a:lnTo>
                    <a:pt x="4136" y="744"/>
                  </a:lnTo>
                  <a:cubicBezTo>
                    <a:pt x="4108" y="598"/>
                    <a:pt x="3980" y="492"/>
                    <a:pt x="3830" y="492"/>
                  </a:cubicBezTo>
                  <a:lnTo>
                    <a:pt x="2605" y="492"/>
                  </a:lnTo>
                  <a:lnTo>
                    <a:pt x="2605" y="174"/>
                  </a:lnTo>
                  <a:cubicBezTo>
                    <a:pt x="2605" y="77"/>
                    <a:pt x="2526" y="1"/>
                    <a:pt x="243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4709237" y="2885006"/>
              <a:ext cx="423275" cy="246475"/>
            </a:xfrm>
            <a:custGeom>
              <a:rect b="b" l="l" r="r" t="t"/>
              <a:pathLst>
                <a:path extrusionOk="0" h="2929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9"/>
                  </a:lnTo>
                  <a:lnTo>
                    <a:pt x="4459" y="2929"/>
                  </a:lnTo>
                  <a:lnTo>
                    <a:pt x="4987" y="371"/>
                  </a:lnTo>
                  <a:cubicBezTo>
                    <a:pt x="5029" y="181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4980700" y="2795724"/>
              <a:ext cx="197416" cy="179408"/>
            </a:xfrm>
            <a:custGeom>
              <a:rect b="b" l="l" r="r" t="t"/>
              <a:pathLst>
                <a:path extrusionOk="0" h="2132" w="2346">
                  <a:moveTo>
                    <a:pt x="1174" y="0"/>
                  </a:moveTo>
                  <a:cubicBezTo>
                    <a:pt x="691" y="0"/>
                    <a:pt x="252" y="330"/>
                    <a:pt x="135" y="821"/>
                  </a:cubicBezTo>
                  <a:cubicBezTo>
                    <a:pt x="1" y="1393"/>
                    <a:pt x="355" y="1967"/>
                    <a:pt x="927" y="2102"/>
                  </a:cubicBezTo>
                  <a:cubicBezTo>
                    <a:pt x="1010" y="2122"/>
                    <a:pt x="1093" y="2131"/>
                    <a:pt x="1175" y="2131"/>
                  </a:cubicBezTo>
                  <a:cubicBezTo>
                    <a:pt x="1657" y="2131"/>
                    <a:pt x="2094" y="1801"/>
                    <a:pt x="2208" y="1312"/>
                  </a:cubicBezTo>
                  <a:cubicBezTo>
                    <a:pt x="2345" y="740"/>
                    <a:pt x="1991" y="165"/>
                    <a:pt x="1418" y="29"/>
                  </a:cubicBezTo>
                  <a:cubicBezTo>
                    <a:pt x="1337" y="9"/>
                    <a:pt x="1255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5079575" y="2853871"/>
              <a:ext cx="84" cy="73715"/>
            </a:xfrm>
            <a:custGeom>
              <a:rect b="b" l="l" r="r" t="t"/>
              <a:pathLst>
                <a:path extrusionOk="0" fill="none" h="876" w="1">
                  <a:moveTo>
                    <a:pt x="0" y="0"/>
                  </a:moveTo>
                  <a:lnTo>
                    <a:pt x="0" y="876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5042717" y="2890644"/>
              <a:ext cx="73968" cy="84"/>
            </a:xfrm>
            <a:custGeom>
              <a:rect b="b" l="l" r="r" t="t"/>
              <a:pathLst>
                <a:path extrusionOk="0" fill="none" h="1" w="879">
                  <a:moveTo>
                    <a:pt x="87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4"/>
          <p:cNvSpPr/>
          <p:nvPr/>
        </p:nvSpPr>
        <p:spPr>
          <a:xfrm>
            <a:off x="8714865" y="2537949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"/>
          <p:cNvSpPr/>
          <p:nvPr/>
        </p:nvSpPr>
        <p:spPr>
          <a:xfrm>
            <a:off x="170151" y="894229"/>
            <a:ext cx="319172" cy="442075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5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392" name="Google Shape;392;p5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5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5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5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5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5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5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5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5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5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5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5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5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5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5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5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5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5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5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5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5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5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5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5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5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5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5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5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5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5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5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5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5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5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5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5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5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5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5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5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5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5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5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Google Shape;435;p5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5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5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5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5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5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5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5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5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5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5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5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5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5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5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5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5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5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5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5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5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5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5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5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5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5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1" name="Google Shape;461;p5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462" name="Google Shape;462;p5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3" name="Google Shape;463;p5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" name="Google Shape;464;p5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6" name="Google Shape;466;p5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467" name="Google Shape;467;p5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5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5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5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5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5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5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4" name="Google Shape;474;p5"/>
          <p:cNvSpPr txBox="1"/>
          <p:nvPr>
            <p:ph type="title"/>
          </p:nvPr>
        </p:nvSpPr>
        <p:spPr>
          <a:xfrm>
            <a:off x="1651993" y="2350075"/>
            <a:ext cx="2707200" cy="449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5" name="Google Shape;475;p5"/>
          <p:cNvGrpSpPr/>
          <p:nvPr/>
        </p:nvGrpSpPr>
        <p:grpSpPr>
          <a:xfrm>
            <a:off x="7879563" y="731397"/>
            <a:ext cx="1160786" cy="1353165"/>
            <a:chOff x="71725" y="2151904"/>
            <a:chExt cx="1229255" cy="1432982"/>
          </a:xfrm>
        </p:grpSpPr>
        <p:sp>
          <p:nvSpPr>
            <p:cNvPr id="476" name="Google Shape;476;p5"/>
            <p:cNvSpPr/>
            <p:nvPr/>
          </p:nvSpPr>
          <p:spPr>
            <a:xfrm>
              <a:off x="71725" y="2615226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0" y="1"/>
                  </a:moveTo>
                  <a:lnTo>
                    <a:pt x="0" y="11523"/>
                  </a:lnTo>
                  <a:lnTo>
                    <a:pt x="9099" y="11523"/>
                  </a:lnTo>
                  <a:lnTo>
                    <a:pt x="9099" y="2190"/>
                  </a:lnTo>
                  <a:lnTo>
                    <a:pt x="71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675239" y="2615226"/>
              <a:ext cx="162241" cy="184288"/>
            </a:xfrm>
            <a:custGeom>
              <a:rect b="b" l="l" r="r" t="t"/>
              <a:pathLst>
                <a:path extrusionOk="0" h="2190" w="1928">
                  <a:moveTo>
                    <a:pt x="0" y="1"/>
                  </a:moveTo>
                  <a:lnTo>
                    <a:pt x="0" y="2190"/>
                  </a:lnTo>
                  <a:lnTo>
                    <a:pt x="1927" y="21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209140" y="2850505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209140" y="291210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209140" y="2973530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209140" y="303487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209140" y="309647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209140" y="3157899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209140" y="3219328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209140" y="328092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209140" y="334235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209140" y="3403697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209140" y="346529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303470" y="2383649"/>
              <a:ext cx="765765" cy="969492"/>
            </a:xfrm>
            <a:custGeom>
              <a:rect b="b" l="l" r="r" t="t"/>
              <a:pathLst>
                <a:path extrusionOk="0" h="11521" w="9100">
                  <a:moveTo>
                    <a:pt x="1" y="1"/>
                  </a:moveTo>
                  <a:lnTo>
                    <a:pt x="1" y="11520"/>
                  </a:lnTo>
                  <a:lnTo>
                    <a:pt x="9100" y="11520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906815" y="2383649"/>
              <a:ext cx="162409" cy="183952"/>
            </a:xfrm>
            <a:custGeom>
              <a:rect b="b" l="l" r="r" t="t"/>
              <a:pathLst>
                <a:path extrusionOk="0" h="2186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440885" y="261876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440885" y="268018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440885" y="2741785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440885" y="280312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440885" y="286455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440885" y="292615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440885" y="2987583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440885" y="3048927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440885" y="311052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440885" y="317212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440885" y="323354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535215" y="2151904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1" y="1"/>
                  </a:moveTo>
                  <a:lnTo>
                    <a:pt x="1" y="11522"/>
                  </a:lnTo>
                  <a:lnTo>
                    <a:pt x="9100" y="11522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1138561" y="2151904"/>
              <a:ext cx="162409" cy="183868"/>
            </a:xfrm>
            <a:custGeom>
              <a:rect b="b" l="l" r="r" t="t"/>
              <a:pathLst>
                <a:path extrusionOk="0" h="2185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672714" y="238701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672714" y="2448359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672714" y="250995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672714" y="257138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672714" y="2632813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672714" y="2694578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672714" y="275600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672714" y="2817182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672714" y="2878947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672714" y="294037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672714" y="300180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5"/>
          <p:cNvGrpSpPr/>
          <p:nvPr/>
        </p:nvGrpSpPr>
        <p:grpSpPr>
          <a:xfrm>
            <a:off x="124565" y="3853272"/>
            <a:ext cx="988023" cy="608391"/>
            <a:chOff x="9014981" y="3506433"/>
            <a:chExt cx="1291702" cy="795386"/>
          </a:xfrm>
        </p:grpSpPr>
        <p:sp>
          <p:nvSpPr>
            <p:cNvPr id="516" name="Google Shape;516;p5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5"/>
          <p:cNvSpPr/>
          <p:nvPr/>
        </p:nvSpPr>
        <p:spPr>
          <a:xfrm>
            <a:off x="105990" y="8608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"/>
          <p:cNvSpPr txBox="1"/>
          <p:nvPr>
            <p:ph idx="2" type="title"/>
          </p:nvPr>
        </p:nvSpPr>
        <p:spPr>
          <a:xfrm>
            <a:off x="4783602" y="2350075"/>
            <a:ext cx="2707200" cy="449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7" name="Google Shape;527;p5"/>
          <p:cNvSpPr txBox="1"/>
          <p:nvPr>
            <p:ph idx="1" type="subTitle"/>
          </p:nvPr>
        </p:nvSpPr>
        <p:spPr>
          <a:xfrm>
            <a:off x="4783602" y="2808004"/>
            <a:ext cx="2707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8" name="Google Shape;528;p5"/>
          <p:cNvSpPr txBox="1"/>
          <p:nvPr>
            <p:ph idx="3" type="subTitle"/>
          </p:nvPr>
        </p:nvSpPr>
        <p:spPr>
          <a:xfrm>
            <a:off x="1651987" y="2808004"/>
            <a:ext cx="27072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9" name="Google Shape;529;p5"/>
          <p:cNvSpPr txBox="1"/>
          <p:nvPr>
            <p:ph idx="4" type="title"/>
          </p:nvPr>
        </p:nvSpPr>
        <p:spPr>
          <a:xfrm>
            <a:off x="733950" y="594360"/>
            <a:ext cx="7674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6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532" name="Google Shape;532;p6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6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6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6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6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6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6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6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6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6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6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6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6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6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6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6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6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6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6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6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6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6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4" name="Google Shape;554;p6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6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" name="Google Shape;556;p6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6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6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6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6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6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6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6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6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6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6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6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6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6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6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6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6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6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p6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6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6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6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6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p6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6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6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6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6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6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6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6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6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6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6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6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6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6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6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6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6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6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6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p6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6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6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1" name="Google Shape;601;p6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602" name="Google Shape;602;p6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3" name="Google Shape;603;p6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4" name="Google Shape;604;p6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6" name="Google Shape;606;p6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607" name="Google Shape;607;p6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4" name="Google Shape;614;p6"/>
          <p:cNvSpPr txBox="1"/>
          <p:nvPr>
            <p:ph type="title"/>
          </p:nvPr>
        </p:nvSpPr>
        <p:spPr>
          <a:xfrm>
            <a:off x="856050" y="594360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15" name="Google Shape;615;p6"/>
          <p:cNvGrpSpPr/>
          <p:nvPr/>
        </p:nvGrpSpPr>
        <p:grpSpPr>
          <a:xfrm flipH="1">
            <a:off x="133777" y="648331"/>
            <a:ext cx="571708" cy="352038"/>
            <a:chOff x="9014981" y="3506433"/>
            <a:chExt cx="1291702" cy="795386"/>
          </a:xfrm>
        </p:grpSpPr>
        <p:sp>
          <p:nvSpPr>
            <p:cNvPr id="616" name="Google Shape;616;p6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6"/>
          <p:cNvGrpSpPr/>
          <p:nvPr/>
        </p:nvGrpSpPr>
        <p:grpSpPr>
          <a:xfrm>
            <a:off x="501758" y="4596824"/>
            <a:ext cx="478435" cy="352020"/>
            <a:chOff x="4684413" y="1913343"/>
            <a:chExt cx="448098" cy="329700"/>
          </a:xfrm>
        </p:grpSpPr>
        <p:sp>
          <p:nvSpPr>
            <p:cNvPr id="626" name="Google Shape;626;p6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8" name="Google Shape;628;p6"/>
          <p:cNvSpPr/>
          <p:nvPr/>
        </p:nvSpPr>
        <p:spPr>
          <a:xfrm flipH="1">
            <a:off x="8708213" y="2493899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7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631" name="Google Shape;631;p7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2" name="Google Shape;632;p7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7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7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7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7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7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7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7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7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7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7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7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7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7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7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7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7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7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7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7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7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7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7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7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7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7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7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7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7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7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7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p7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p7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7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7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7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7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7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7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7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7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7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7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7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7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7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7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7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7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7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7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7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7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7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7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p7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Google Shape;688;p7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p7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7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" name="Google Shape;691;p7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2" name="Google Shape;692;p7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3" name="Google Shape;693;p7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" name="Google Shape;694;p7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" name="Google Shape;695;p7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7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7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7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" name="Google Shape;699;p7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00" name="Google Shape;700;p7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701" name="Google Shape;701;p7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02" name="Google Shape;702;p7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03" name="Google Shape;703;p7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5" name="Google Shape;705;p7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706" name="Google Shape;706;p7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7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7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13" name="Google Shape;713;p7"/>
          <p:cNvSpPr txBox="1"/>
          <p:nvPr>
            <p:ph type="title"/>
          </p:nvPr>
        </p:nvSpPr>
        <p:spPr>
          <a:xfrm>
            <a:off x="4458875" y="1509588"/>
            <a:ext cx="3950100" cy="124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4" name="Google Shape;714;p7"/>
          <p:cNvSpPr/>
          <p:nvPr>
            <p:ph idx="2" type="pic"/>
          </p:nvPr>
        </p:nvSpPr>
        <p:spPr>
          <a:xfrm flipH="1">
            <a:off x="1152978" y="1094701"/>
            <a:ext cx="2830800" cy="29541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7"/>
          <p:cNvSpPr txBox="1"/>
          <p:nvPr>
            <p:ph idx="1" type="subTitle"/>
          </p:nvPr>
        </p:nvSpPr>
        <p:spPr>
          <a:xfrm>
            <a:off x="4458875" y="2840413"/>
            <a:ext cx="3950100" cy="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8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718" name="Google Shape;718;p8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p8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0" name="Google Shape;720;p8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p8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p8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8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8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8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8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8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8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8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8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8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8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8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p8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5" name="Google Shape;735;p8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p8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p8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8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8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" name="Google Shape;740;p8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p8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8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8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8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8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8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8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8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8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p8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p8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p8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8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8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8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8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7" name="Google Shape;757;p8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8" name="Google Shape;758;p8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p8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p8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8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2" name="Google Shape;762;p8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8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8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" name="Google Shape;765;p8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8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8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8" name="Google Shape;768;p8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9" name="Google Shape;769;p8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8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8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8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3" name="Google Shape;773;p8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4" name="Google Shape;774;p8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5" name="Google Shape;775;p8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8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8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8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8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8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8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8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8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8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8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8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7" name="Google Shape;787;p8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788" name="Google Shape;788;p8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9" name="Google Shape;789;p8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0" name="Google Shape;790;p8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793" name="Google Shape;793;p8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00" name="Google Shape;800;p8"/>
          <p:cNvSpPr txBox="1"/>
          <p:nvPr>
            <p:ph type="title"/>
          </p:nvPr>
        </p:nvSpPr>
        <p:spPr>
          <a:xfrm>
            <a:off x="734975" y="1168650"/>
            <a:ext cx="7674000" cy="28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802;p9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803" name="Google Shape;803;p9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9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9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9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9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9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9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9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1" name="Google Shape;811;p9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2" name="Google Shape;812;p9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3" name="Google Shape;813;p9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4" name="Google Shape;814;p9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p9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9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9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9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9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9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9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9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9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9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9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9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9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9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9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9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9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9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9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9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9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p9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7" name="Google Shape;837;p9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9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9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9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9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9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9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9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9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9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9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9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9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9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9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9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9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9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9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9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9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9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9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9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9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9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9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4" name="Google Shape;864;p9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5" name="Google Shape;865;p9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9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7" name="Google Shape;867;p9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9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9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0" name="Google Shape;870;p9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p9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2" name="Google Shape;872;p9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873" name="Google Shape;873;p9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4" name="Google Shape;874;p9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5" name="Google Shape;875;p9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9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7" name="Google Shape;877;p9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878" name="Google Shape;878;p9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85" name="Google Shape;885;p9"/>
          <p:cNvGrpSpPr/>
          <p:nvPr/>
        </p:nvGrpSpPr>
        <p:grpSpPr>
          <a:xfrm rot="-5400000">
            <a:off x="6009106" y="116582"/>
            <a:ext cx="2088068" cy="3272416"/>
            <a:chOff x="6424521" y="147909"/>
            <a:chExt cx="627160" cy="982855"/>
          </a:xfrm>
        </p:grpSpPr>
        <p:sp>
          <p:nvSpPr>
            <p:cNvPr id="886" name="Google Shape;886;p9"/>
            <p:cNvSpPr/>
            <p:nvPr/>
          </p:nvSpPr>
          <p:spPr>
            <a:xfrm>
              <a:off x="6991178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702138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6991178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702138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6991178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702138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6991178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702138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1" y="716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6991178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702138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6991178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702138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6802348" y="178118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683255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6802348" y="36248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683255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6802348" y="54685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683255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6802348" y="73164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683255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6802348" y="916100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683255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6802348" y="1100469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683255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6613266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6643476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6613266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6643476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6613266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6643476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6613266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6643476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6613266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6643476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6613266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6643476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6424521" y="178118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6454394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6424521" y="36248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6454394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6424521" y="54685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6454394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6424521" y="73164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6454394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6424521" y="916100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6454394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6424521" y="1100469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6454394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4" name="Google Shape;934;p9"/>
          <p:cNvSpPr/>
          <p:nvPr/>
        </p:nvSpPr>
        <p:spPr>
          <a:xfrm>
            <a:off x="105990" y="8608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5" name="Google Shape;935;p9"/>
          <p:cNvGrpSpPr/>
          <p:nvPr/>
        </p:nvGrpSpPr>
        <p:grpSpPr>
          <a:xfrm>
            <a:off x="7636153" y="1210314"/>
            <a:ext cx="699078" cy="514365"/>
            <a:chOff x="4684413" y="1913343"/>
            <a:chExt cx="448098" cy="329700"/>
          </a:xfrm>
        </p:grpSpPr>
        <p:sp>
          <p:nvSpPr>
            <p:cNvPr id="936" name="Google Shape;936;p9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9"/>
          <p:cNvSpPr txBox="1"/>
          <p:nvPr>
            <p:ph type="title"/>
          </p:nvPr>
        </p:nvSpPr>
        <p:spPr>
          <a:xfrm>
            <a:off x="1198625" y="13143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39" name="Google Shape;939;p9"/>
          <p:cNvSpPr txBox="1"/>
          <p:nvPr>
            <p:ph idx="1" type="subTitle"/>
          </p:nvPr>
        </p:nvSpPr>
        <p:spPr>
          <a:xfrm>
            <a:off x="1198625" y="1887300"/>
            <a:ext cx="4228500" cy="19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10"/>
          <p:cNvGrpSpPr/>
          <p:nvPr/>
        </p:nvGrpSpPr>
        <p:grpSpPr>
          <a:xfrm>
            <a:off x="-22050" y="-20700"/>
            <a:ext cx="9185100" cy="5176725"/>
            <a:chOff x="-22050" y="-20700"/>
            <a:chExt cx="9185100" cy="5176725"/>
          </a:xfrm>
        </p:grpSpPr>
        <p:sp>
          <p:nvSpPr>
            <p:cNvPr id="942" name="Google Shape;942;p10"/>
            <p:cNvSpPr/>
            <p:nvPr/>
          </p:nvSpPr>
          <p:spPr>
            <a:xfrm>
              <a:off x="-22050" y="-20700"/>
              <a:ext cx="9185100" cy="5592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-22050" y="4596825"/>
              <a:ext cx="9185100" cy="5592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-22050" y="-20700"/>
              <a:ext cx="288300" cy="51753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0"/>
            <p:cNvSpPr/>
            <p:nvPr/>
          </p:nvSpPr>
          <p:spPr>
            <a:xfrm>
              <a:off x="8859275" y="-20700"/>
              <a:ext cx="288300" cy="51753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6" name="Google Shape;946;p10"/>
          <p:cNvCxnSpPr/>
          <p:nvPr/>
        </p:nvCxnSpPr>
        <p:spPr>
          <a:xfrm>
            <a:off x="9010458" y="4191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10"/>
          <p:cNvCxnSpPr/>
          <p:nvPr/>
        </p:nvCxnSpPr>
        <p:spPr>
          <a:xfrm>
            <a:off x="9010962" y="6265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0"/>
          <p:cNvCxnSpPr/>
          <p:nvPr/>
        </p:nvCxnSpPr>
        <p:spPr>
          <a:xfrm>
            <a:off x="9010962" y="8339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0"/>
          <p:cNvCxnSpPr/>
          <p:nvPr/>
        </p:nvCxnSpPr>
        <p:spPr>
          <a:xfrm>
            <a:off x="9010962" y="10414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10"/>
          <p:cNvCxnSpPr/>
          <p:nvPr/>
        </p:nvCxnSpPr>
        <p:spPr>
          <a:xfrm>
            <a:off x="9010962" y="12488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10"/>
          <p:cNvCxnSpPr/>
          <p:nvPr/>
        </p:nvCxnSpPr>
        <p:spPr>
          <a:xfrm>
            <a:off x="9010458" y="14562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10"/>
          <p:cNvCxnSpPr/>
          <p:nvPr/>
        </p:nvCxnSpPr>
        <p:spPr>
          <a:xfrm>
            <a:off x="9010458" y="16636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10"/>
          <p:cNvCxnSpPr/>
          <p:nvPr/>
        </p:nvCxnSpPr>
        <p:spPr>
          <a:xfrm>
            <a:off x="9010458" y="18711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10"/>
          <p:cNvCxnSpPr/>
          <p:nvPr/>
        </p:nvCxnSpPr>
        <p:spPr>
          <a:xfrm>
            <a:off x="9010962" y="20785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10"/>
          <p:cNvCxnSpPr/>
          <p:nvPr/>
        </p:nvCxnSpPr>
        <p:spPr>
          <a:xfrm>
            <a:off x="9010962" y="22859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10"/>
          <p:cNvCxnSpPr/>
          <p:nvPr/>
        </p:nvCxnSpPr>
        <p:spPr>
          <a:xfrm>
            <a:off x="9010962" y="24933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10"/>
          <p:cNvCxnSpPr/>
          <p:nvPr/>
        </p:nvCxnSpPr>
        <p:spPr>
          <a:xfrm>
            <a:off x="9010962" y="27008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10"/>
          <p:cNvCxnSpPr/>
          <p:nvPr/>
        </p:nvCxnSpPr>
        <p:spPr>
          <a:xfrm>
            <a:off x="9010458" y="29082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10"/>
          <p:cNvCxnSpPr/>
          <p:nvPr/>
        </p:nvCxnSpPr>
        <p:spPr>
          <a:xfrm>
            <a:off x="9010458" y="31156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10"/>
          <p:cNvCxnSpPr/>
          <p:nvPr/>
        </p:nvCxnSpPr>
        <p:spPr>
          <a:xfrm>
            <a:off x="9010458" y="33230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10"/>
          <p:cNvCxnSpPr/>
          <p:nvPr/>
        </p:nvCxnSpPr>
        <p:spPr>
          <a:xfrm>
            <a:off x="9010962" y="35305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10"/>
          <p:cNvCxnSpPr/>
          <p:nvPr/>
        </p:nvCxnSpPr>
        <p:spPr>
          <a:xfrm>
            <a:off x="9010962" y="37379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10"/>
          <p:cNvCxnSpPr/>
          <p:nvPr/>
        </p:nvCxnSpPr>
        <p:spPr>
          <a:xfrm>
            <a:off x="9010962" y="39453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10"/>
          <p:cNvCxnSpPr/>
          <p:nvPr/>
        </p:nvCxnSpPr>
        <p:spPr>
          <a:xfrm>
            <a:off x="9010962" y="41527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10"/>
          <p:cNvCxnSpPr/>
          <p:nvPr/>
        </p:nvCxnSpPr>
        <p:spPr>
          <a:xfrm>
            <a:off x="9010458" y="43602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10"/>
          <p:cNvCxnSpPr/>
          <p:nvPr/>
        </p:nvCxnSpPr>
        <p:spPr>
          <a:xfrm>
            <a:off x="9010458" y="45676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10"/>
          <p:cNvCxnSpPr/>
          <p:nvPr/>
        </p:nvCxnSpPr>
        <p:spPr>
          <a:xfrm>
            <a:off x="33095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10"/>
          <p:cNvCxnSpPr/>
          <p:nvPr/>
        </p:nvCxnSpPr>
        <p:spPr>
          <a:xfrm>
            <a:off x="53837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10"/>
          <p:cNvCxnSpPr/>
          <p:nvPr/>
        </p:nvCxnSpPr>
        <p:spPr>
          <a:xfrm>
            <a:off x="74580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10"/>
          <p:cNvCxnSpPr/>
          <p:nvPr/>
        </p:nvCxnSpPr>
        <p:spPr>
          <a:xfrm>
            <a:off x="95322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10"/>
          <p:cNvCxnSpPr/>
          <p:nvPr/>
        </p:nvCxnSpPr>
        <p:spPr>
          <a:xfrm>
            <a:off x="11606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10"/>
          <p:cNvCxnSpPr/>
          <p:nvPr/>
        </p:nvCxnSpPr>
        <p:spPr>
          <a:xfrm>
            <a:off x="13680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10"/>
          <p:cNvCxnSpPr/>
          <p:nvPr/>
        </p:nvCxnSpPr>
        <p:spPr>
          <a:xfrm>
            <a:off x="157550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10"/>
          <p:cNvCxnSpPr/>
          <p:nvPr/>
        </p:nvCxnSpPr>
        <p:spPr>
          <a:xfrm>
            <a:off x="178292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10"/>
          <p:cNvCxnSpPr/>
          <p:nvPr/>
        </p:nvCxnSpPr>
        <p:spPr>
          <a:xfrm>
            <a:off x="199035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10"/>
          <p:cNvCxnSpPr/>
          <p:nvPr/>
        </p:nvCxnSpPr>
        <p:spPr>
          <a:xfrm>
            <a:off x="21977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10"/>
          <p:cNvCxnSpPr/>
          <p:nvPr/>
        </p:nvCxnSpPr>
        <p:spPr>
          <a:xfrm>
            <a:off x="240520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10"/>
          <p:cNvCxnSpPr/>
          <p:nvPr/>
        </p:nvCxnSpPr>
        <p:spPr>
          <a:xfrm>
            <a:off x="261262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10"/>
          <p:cNvCxnSpPr/>
          <p:nvPr/>
        </p:nvCxnSpPr>
        <p:spPr>
          <a:xfrm>
            <a:off x="28200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10"/>
          <p:cNvCxnSpPr/>
          <p:nvPr/>
        </p:nvCxnSpPr>
        <p:spPr>
          <a:xfrm>
            <a:off x="302747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0"/>
          <p:cNvCxnSpPr/>
          <p:nvPr/>
        </p:nvCxnSpPr>
        <p:spPr>
          <a:xfrm>
            <a:off x="323490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10"/>
          <p:cNvCxnSpPr/>
          <p:nvPr/>
        </p:nvCxnSpPr>
        <p:spPr>
          <a:xfrm>
            <a:off x="344232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0"/>
          <p:cNvCxnSpPr/>
          <p:nvPr/>
        </p:nvCxnSpPr>
        <p:spPr>
          <a:xfrm>
            <a:off x="36497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10"/>
          <p:cNvCxnSpPr/>
          <p:nvPr/>
        </p:nvCxnSpPr>
        <p:spPr>
          <a:xfrm>
            <a:off x="38571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10"/>
          <p:cNvCxnSpPr/>
          <p:nvPr/>
        </p:nvCxnSpPr>
        <p:spPr>
          <a:xfrm>
            <a:off x="406460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10"/>
          <p:cNvCxnSpPr/>
          <p:nvPr/>
        </p:nvCxnSpPr>
        <p:spPr>
          <a:xfrm>
            <a:off x="427202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10"/>
          <p:cNvCxnSpPr/>
          <p:nvPr/>
        </p:nvCxnSpPr>
        <p:spPr>
          <a:xfrm>
            <a:off x="447945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10"/>
          <p:cNvCxnSpPr/>
          <p:nvPr/>
        </p:nvCxnSpPr>
        <p:spPr>
          <a:xfrm>
            <a:off x="468687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10"/>
          <p:cNvCxnSpPr/>
          <p:nvPr/>
        </p:nvCxnSpPr>
        <p:spPr>
          <a:xfrm>
            <a:off x="489430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10"/>
          <p:cNvCxnSpPr/>
          <p:nvPr/>
        </p:nvCxnSpPr>
        <p:spPr>
          <a:xfrm>
            <a:off x="510172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10"/>
          <p:cNvCxnSpPr/>
          <p:nvPr/>
        </p:nvCxnSpPr>
        <p:spPr>
          <a:xfrm>
            <a:off x="53091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10"/>
          <p:cNvCxnSpPr/>
          <p:nvPr/>
        </p:nvCxnSpPr>
        <p:spPr>
          <a:xfrm>
            <a:off x="55165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10"/>
          <p:cNvCxnSpPr/>
          <p:nvPr/>
        </p:nvCxnSpPr>
        <p:spPr>
          <a:xfrm>
            <a:off x="61388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10"/>
          <p:cNvCxnSpPr/>
          <p:nvPr/>
        </p:nvCxnSpPr>
        <p:spPr>
          <a:xfrm>
            <a:off x="572400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10"/>
          <p:cNvCxnSpPr/>
          <p:nvPr/>
        </p:nvCxnSpPr>
        <p:spPr>
          <a:xfrm>
            <a:off x="593142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10"/>
          <p:cNvCxnSpPr/>
          <p:nvPr/>
        </p:nvCxnSpPr>
        <p:spPr>
          <a:xfrm>
            <a:off x="634627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10"/>
          <p:cNvCxnSpPr/>
          <p:nvPr/>
        </p:nvCxnSpPr>
        <p:spPr>
          <a:xfrm>
            <a:off x="655370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10"/>
          <p:cNvCxnSpPr/>
          <p:nvPr/>
        </p:nvCxnSpPr>
        <p:spPr>
          <a:xfrm>
            <a:off x="676112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10"/>
          <p:cNvCxnSpPr/>
          <p:nvPr/>
        </p:nvCxnSpPr>
        <p:spPr>
          <a:xfrm>
            <a:off x="69685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10"/>
          <p:cNvCxnSpPr/>
          <p:nvPr/>
        </p:nvCxnSpPr>
        <p:spPr>
          <a:xfrm>
            <a:off x="71759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10"/>
          <p:cNvCxnSpPr/>
          <p:nvPr/>
        </p:nvCxnSpPr>
        <p:spPr>
          <a:xfrm>
            <a:off x="738340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10"/>
          <p:cNvCxnSpPr/>
          <p:nvPr/>
        </p:nvCxnSpPr>
        <p:spPr>
          <a:xfrm>
            <a:off x="7590825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10"/>
          <p:cNvCxnSpPr/>
          <p:nvPr/>
        </p:nvCxnSpPr>
        <p:spPr>
          <a:xfrm>
            <a:off x="7798250" y="4789000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10"/>
          <p:cNvCxnSpPr/>
          <p:nvPr/>
        </p:nvCxnSpPr>
        <p:spPr>
          <a:xfrm>
            <a:off x="80056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10"/>
          <p:cNvCxnSpPr/>
          <p:nvPr/>
        </p:nvCxnSpPr>
        <p:spPr>
          <a:xfrm>
            <a:off x="821310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10"/>
          <p:cNvCxnSpPr/>
          <p:nvPr/>
        </p:nvCxnSpPr>
        <p:spPr>
          <a:xfrm>
            <a:off x="842052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10"/>
          <p:cNvCxnSpPr/>
          <p:nvPr/>
        </p:nvCxnSpPr>
        <p:spPr>
          <a:xfrm>
            <a:off x="8627950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10"/>
          <p:cNvCxnSpPr/>
          <p:nvPr/>
        </p:nvCxnSpPr>
        <p:spPr>
          <a:xfrm>
            <a:off x="8835375" y="4788303"/>
            <a:ext cx="0" cy="368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10"/>
          <p:cNvCxnSpPr/>
          <p:nvPr/>
        </p:nvCxnSpPr>
        <p:spPr>
          <a:xfrm>
            <a:off x="123525" y="-12590"/>
            <a:ext cx="0" cy="5175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10"/>
          <p:cNvCxnSpPr/>
          <p:nvPr/>
        </p:nvCxnSpPr>
        <p:spPr>
          <a:xfrm>
            <a:off x="33095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10"/>
          <p:cNvCxnSpPr/>
          <p:nvPr/>
        </p:nvCxnSpPr>
        <p:spPr>
          <a:xfrm>
            <a:off x="53837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10"/>
          <p:cNvCxnSpPr/>
          <p:nvPr/>
        </p:nvCxnSpPr>
        <p:spPr>
          <a:xfrm>
            <a:off x="74580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10"/>
          <p:cNvCxnSpPr/>
          <p:nvPr/>
        </p:nvCxnSpPr>
        <p:spPr>
          <a:xfrm>
            <a:off x="95322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10"/>
          <p:cNvCxnSpPr/>
          <p:nvPr/>
        </p:nvCxnSpPr>
        <p:spPr>
          <a:xfrm>
            <a:off x="11606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10"/>
          <p:cNvCxnSpPr/>
          <p:nvPr/>
        </p:nvCxnSpPr>
        <p:spPr>
          <a:xfrm>
            <a:off x="13680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10"/>
          <p:cNvCxnSpPr/>
          <p:nvPr/>
        </p:nvCxnSpPr>
        <p:spPr>
          <a:xfrm>
            <a:off x="157550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10"/>
          <p:cNvCxnSpPr/>
          <p:nvPr/>
        </p:nvCxnSpPr>
        <p:spPr>
          <a:xfrm>
            <a:off x="178292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8" name="Google Shape;1018;p10"/>
          <p:cNvCxnSpPr/>
          <p:nvPr/>
        </p:nvCxnSpPr>
        <p:spPr>
          <a:xfrm>
            <a:off x="199035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10"/>
          <p:cNvCxnSpPr/>
          <p:nvPr/>
        </p:nvCxnSpPr>
        <p:spPr>
          <a:xfrm>
            <a:off x="21977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10"/>
          <p:cNvCxnSpPr/>
          <p:nvPr/>
        </p:nvCxnSpPr>
        <p:spPr>
          <a:xfrm>
            <a:off x="240520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10"/>
          <p:cNvCxnSpPr/>
          <p:nvPr/>
        </p:nvCxnSpPr>
        <p:spPr>
          <a:xfrm>
            <a:off x="261262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10"/>
          <p:cNvCxnSpPr/>
          <p:nvPr/>
        </p:nvCxnSpPr>
        <p:spPr>
          <a:xfrm>
            <a:off x="28200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10"/>
          <p:cNvCxnSpPr/>
          <p:nvPr/>
        </p:nvCxnSpPr>
        <p:spPr>
          <a:xfrm>
            <a:off x="302747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10"/>
          <p:cNvCxnSpPr/>
          <p:nvPr/>
        </p:nvCxnSpPr>
        <p:spPr>
          <a:xfrm>
            <a:off x="323490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10"/>
          <p:cNvCxnSpPr/>
          <p:nvPr/>
        </p:nvCxnSpPr>
        <p:spPr>
          <a:xfrm>
            <a:off x="344232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10"/>
          <p:cNvCxnSpPr/>
          <p:nvPr/>
        </p:nvCxnSpPr>
        <p:spPr>
          <a:xfrm>
            <a:off x="36497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10"/>
          <p:cNvCxnSpPr/>
          <p:nvPr/>
        </p:nvCxnSpPr>
        <p:spPr>
          <a:xfrm>
            <a:off x="38571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10"/>
          <p:cNvCxnSpPr/>
          <p:nvPr/>
        </p:nvCxnSpPr>
        <p:spPr>
          <a:xfrm>
            <a:off x="406460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10"/>
          <p:cNvCxnSpPr/>
          <p:nvPr/>
        </p:nvCxnSpPr>
        <p:spPr>
          <a:xfrm>
            <a:off x="427202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10"/>
          <p:cNvCxnSpPr/>
          <p:nvPr/>
        </p:nvCxnSpPr>
        <p:spPr>
          <a:xfrm>
            <a:off x="447945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10"/>
          <p:cNvCxnSpPr/>
          <p:nvPr/>
        </p:nvCxnSpPr>
        <p:spPr>
          <a:xfrm>
            <a:off x="468687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10"/>
          <p:cNvCxnSpPr/>
          <p:nvPr/>
        </p:nvCxnSpPr>
        <p:spPr>
          <a:xfrm>
            <a:off x="489430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10"/>
          <p:cNvCxnSpPr/>
          <p:nvPr/>
        </p:nvCxnSpPr>
        <p:spPr>
          <a:xfrm>
            <a:off x="510172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10"/>
          <p:cNvCxnSpPr/>
          <p:nvPr/>
        </p:nvCxnSpPr>
        <p:spPr>
          <a:xfrm>
            <a:off x="53091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10"/>
          <p:cNvCxnSpPr/>
          <p:nvPr/>
        </p:nvCxnSpPr>
        <p:spPr>
          <a:xfrm>
            <a:off x="55165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10"/>
          <p:cNvCxnSpPr/>
          <p:nvPr/>
        </p:nvCxnSpPr>
        <p:spPr>
          <a:xfrm>
            <a:off x="61388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10"/>
          <p:cNvCxnSpPr/>
          <p:nvPr/>
        </p:nvCxnSpPr>
        <p:spPr>
          <a:xfrm>
            <a:off x="572400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10"/>
          <p:cNvCxnSpPr/>
          <p:nvPr/>
        </p:nvCxnSpPr>
        <p:spPr>
          <a:xfrm>
            <a:off x="593142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10"/>
          <p:cNvCxnSpPr/>
          <p:nvPr/>
        </p:nvCxnSpPr>
        <p:spPr>
          <a:xfrm>
            <a:off x="634627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10"/>
          <p:cNvCxnSpPr/>
          <p:nvPr/>
        </p:nvCxnSpPr>
        <p:spPr>
          <a:xfrm>
            <a:off x="655370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10"/>
          <p:cNvCxnSpPr/>
          <p:nvPr/>
        </p:nvCxnSpPr>
        <p:spPr>
          <a:xfrm>
            <a:off x="676112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10"/>
          <p:cNvCxnSpPr/>
          <p:nvPr/>
        </p:nvCxnSpPr>
        <p:spPr>
          <a:xfrm>
            <a:off x="69685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10"/>
          <p:cNvCxnSpPr/>
          <p:nvPr/>
        </p:nvCxnSpPr>
        <p:spPr>
          <a:xfrm>
            <a:off x="71759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10"/>
          <p:cNvCxnSpPr/>
          <p:nvPr/>
        </p:nvCxnSpPr>
        <p:spPr>
          <a:xfrm>
            <a:off x="738340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10"/>
          <p:cNvCxnSpPr/>
          <p:nvPr/>
        </p:nvCxnSpPr>
        <p:spPr>
          <a:xfrm>
            <a:off x="7590825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10"/>
          <p:cNvCxnSpPr/>
          <p:nvPr/>
        </p:nvCxnSpPr>
        <p:spPr>
          <a:xfrm>
            <a:off x="7798250" y="-1259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10"/>
          <p:cNvCxnSpPr/>
          <p:nvPr/>
        </p:nvCxnSpPr>
        <p:spPr>
          <a:xfrm>
            <a:off x="80056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10"/>
          <p:cNvCxnSpPr/>
          <p:nvPr/>
        </p:nvCxnSpPr>
        <p:spPr>
          <a:xfrm>
            <a:off x="821310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10"/>
          <p:cNvCxnSpPr/>
          <p:nvPr/>
        </p:nvCxnSpPr>
        <p:spPr>
          <a:xfrm>
            <a:off x="842052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10"/>
          <p:cNvCxnSpPr/>
          <p:nvPr/>
        </p:nvCxnSpPr>
        <p:spPr>
          <a:xfrm>
            <a:off x="8627950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10"/>
          <p:cNvCxnSpPr/>
          <p:nvPr/>
        </p:nvCxnSpPr>
        <p:spPr>
          <a:xfrm>
            <a:off x="8835375" y="-13650"/>
            <a:ext cx="0" cy="559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10"/>
          <p:cNvCxnSpPr/>
          <p:nvPr/>
        </p:nvCxnSpPr>
        <p:spPr>
          <a:xfrm>
            <a:off x="9042800" y="-13650"/>
            <a:ext cx="0" cy="5176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10"/>
          <p:cNvCxnSpPr/>
          <p:nvPr/>
        </p:nvCxnSpPr>
        <p:spPr>
          <a:xfrm>
            <a:off x="4592400" y="-4455375"/>
            <a:ext cx="0" cy="9185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10"/>
          <p:cNvCxnSpPr/>
          <p:nvPr/>
        </p:nvCxnSpPr>
        <p:spPr>
          <a:xfrm>
            <a:off x="4592400" y="-4247950"/>
            <a:ext cx="0" cy="9185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10"/>
          <p:cNvCxnSpPr/>
          <p:nvPr/>
        </p:nvCxnSpPr>
        <p:spPr>
          <a:xfrm>
            <a:off x="133008" y="4191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10"/>
          <p:cNvCxnSpPr/>
          <p:nvPr/>
        </p:nvCxnSpPr>
        <p:spPr>
          <a:xfrm>
            <a:off x="133512" y="6265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10"/>
          <p:cNvCxnSpPr/>
          <p:nvPr/>
        </p:nvCxnSpPr>
        <p:spPr>
          <a:xfrm>
            <a:off x="133512" y="8339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10"/>
          <p:cNvCxnSpPr/>
          <p:nvPr/>
        </p:nvCxnSpPr>
        <p:spPr>
          <a:xfrm>
            <a:off x="133512" y="10414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10"/>
          <p:cNvCxnSpPr/>
          <p:nvPr/>
        </p:nvCxnSpPr>
        <p:spPr>
          <a:xfrm>
            <a:off x="133512" y="12488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10"/>
          <p:cNvCxnSpPr/>
          <p:nvPr/>
        </p:nvCxnSpPr>
        <p:spPr>
          <a:xfrm>
            <a:off x="133008" y="14562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10"/>
          <p:cNvCxnSpPr/>
          <p:nvPr/>
        </p:nvCxnSpPr>
        <p:spPr>
          <a:xfrm>
            <a:off x="133008" y="16636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10"/>
          <p:cNvCxnSpPr/>
          <p:nvPr/>
        </p:nvCxnSpPr>
        <p:spPr>
          <a:xfrm>
            <a:off x="133008" y="18711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10"/>
          <p:cNvCxnSpPr/>
          <p:nvPr/>
        </p:nvCxnSpPr>
        <p:spPr>
          <a:xfrm>
            <a:off x="133512" y="20785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10"/>
          <p:cNvCxnSpPr/>
          <p:nvPr/>
        </p:nvCxnSpPr>
        <p:spPr>
          <a:xfrm>
            <a:off x="133512" y="22859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10"/>
          <p:cNvCxnSpPr/>
          <p:nvPr/>
        </p:nvCxnSpPr>
        <p:spPr>
          <a:xfrm>
            <a:off x="133512" y="24933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10"/>
          <p:cNvCxnSpPr/>
          <p:nvPr/>
        </p:nvCxnSpPr>
        <p:spPr>
          <a:xfrm>
            <a:off x="133512" y="27008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10"/>
          <p:cNvCxnSpPr/>
          <p:nvPr/>
        </p:nvCxnSpPr>
        <p:spPr>
          <a:xfrm>
            <a:off x="133008" y="29082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10"/>
          <p:cNvCxnSpPr/>
          <p:nvPr/>
        </p:nvCxnSpPr>
        <p:spPr>
          <a:xfrm>
            <a:off x="133008" y="31156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10"/>
          <p:cNvCxnSpPr/>
          <p:nvPr/>
        </p:nvCxnSpPr>
        <p:spPr>
          <a:xfrm>
            <a:off x="133008" y="33230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10"/>
          <p:cNvCxnSpPr/>
          <p:nvPr/>
        </p:nvCxnSpPr>
        <p:spPr>
          <a:xfrm>
            <a:off x="133512" y="35305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10"/>
          <p:cNvCxnSpPr/>
          <p:nvPr/>
        </p:nvCxnSpPr>
        <p:spPr>
          <a:xfrm>
            <a:off x="133512" y="37379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10"/>
          <p:cNvCxnSpPr/>
          <p:nvPr/>
        </p:nvCxnSpPr>
        <p:spPr>
          <a:xfrm>
            <a:off x="133512" y="394535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10"/>
          <p:cNvCxnSpPr/>
          <p:nvPr/>
        </p:nvCxnSpPr>
        <p:spPr>
          <a:xfrm>
            <a:off x="133512" y="415277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10"/>
          <p:cNvCxnSpPr/>
          <p:nvPr/>
        </p:nvCxnSpPr>
        <p:spPr>
          <a:xfrm>
            <a:off x="133008" y="4360200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10"/>
          <p:cNvCxnSpPr/>
          <p:nvPr/>
        </p:nvCxnSpPr>
        <p:spPr>
          <a:xfrm>
            <a:off x="133008" y="4567625"/>
            <a:ext cx="0" cy="265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10"/>
          <p:cNvCxnSpPr/>
          <p:nvPr/>
        </p:nvCxnSpPr>
        <p:spPr>
          <a:xfrm>
            <a:off x="4563239" y="344650"/>
            <a:ext cx="0" cy="9126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10"/>
          <p:cNvCxnSpPr/>
          <p:nvPr/>
        </p:nvCxnSpPr>
        <p:spPr>
          <a:xfrm>
            <a:off x="4580537" y="552075"/>
            <a:ext cx="0" cy="9126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10"/>
          <p:cNvSpPr/>
          <p:nvPr/>
        </p:nvSpPr>
        <p:spPr>
          <a:xfrm>
            <a:off x="263700" y="258850"/>
            <a:ext cx="8611200" cy="2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9" name="Google Shape;1079;p10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080" name="Google Shape;1080;p10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1" name="Google Shape;1081;p10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2" name="Google Shape;1082;p10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0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4" name="Google Shape;1084;p10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085" name="Google Shape;1085;p10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10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10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10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10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10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92" name="Google Shape;1092;p10"/>
          <p:cNvSpPr/>
          <p:nvPr/>
        </p:nvSpPr>
        <p:spPr>
          <a:xfrm>
            <a:off x="266400" y="3956750"/>
            <a:ext cx="8611200" cy="831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0"/>
          <p:cNvSpPr txBox="1"/>
          <p:nvPr>
            <p:ph type="title"/>
          </p:nvPr>
        </p:nvSpPr>
        <p:spPr>
          <a:xfrm>
            <a:off x="734975" y="4126125"/>
            <a:ext cx="76740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11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096" name="Google Shape;1096;p11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11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" name="Google Shape;1098;p11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" name="Google Shape;1099;p11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0" name="Google Shape;1100;p11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1" name="Google Shape;1101;p11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2" name="Google Shape;1102;p11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3" name="Google Shape;1103;p11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4" name="Google Shape;1104;p11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5" name="Google Shape;1105;p11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6" name="Google Shape;1106;p11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7" name="Google Shape;1107;p11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8" name="Google Shape;1108;p11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11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11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11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2" name="Google Shape;1112;p11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3" name="Google Shape;1113;p11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4" name="Google Shape;1114;p11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5" name="Google Shape;1115;p11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11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11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11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11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0" name="Google Shape;1120;p11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11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11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3" name="Google Shape;1123;p11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11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5" name="Google Shape;1125;p11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11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11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11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11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11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1" name="Google Shape;1131;p11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2" name="Google Shape;1132;p11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3" name="Google Shape;1133;p11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4" name="Google Shape;1134;p11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5" name="Google Shape;1135;p11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11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11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11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11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11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1" name="Google Shape;1141;p11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11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11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4" name="Google Shape;1144;p11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11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11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11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11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" name="Google Shape;1149;p11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" name="Google Shape;1150;p11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11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11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11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11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11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11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11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11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11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11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11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11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11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11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5" name="Google Shape;1165;p11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166" name="Google Shape;1166;p11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7" name="Google Shape;1167;p11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8" name="Google Shape;1168;p11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1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70" name="Google Shape;1170;p11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171" name="Google Shape;1171;p11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11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11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11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11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11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11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8" name="Google Shape;1178;p11"/>
          <p:cNvGrpSpPr/>
          <p:nvPr/>
        </p:nvGrpSpPr>
        <p:grpSpPr>
          <a:xfrm rot="-5400000">
            <a:off x="6039231" y="1916582"/>
            <a:ext cx="2088068" cy="3272416"/>
            <a:chOff x="6424521" y="147909"/>
            <a:chExt cx="627160" cy="982855"/>
          </a:xfrm>
        </p:grpSpPr>
        <p:sp>
          <p:nvSpPr>
            <p:cNvPr id="1179" name="Google Shape;1179;p11"/>
            <p:cNvSpPr/>
            <p:nvPr/>
          </p:nvSpPr>
          <p:spPr>
            <a:xfrm>
              <a:off x="6991178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1"/>
            <p:cNvSpPr/>
            <p:nvPr/>
          </p:nvSpPr>
          <p:spPr>
            <a:xfrm>
              <a:off x="702138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1"/>
            <p:cNvSpPr/>
            <p:nvPr/>
          </p:nvSpPr>
          <p:spPr>
            <a:xfrm>
              <a:off x="6991178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1"/>
            <p:cNvSpPr/>
            <p:nvPr/>
          </p:nvSpPr>
          <p:spPr>
            <a:xfrm>
              <a:off x="702138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1"/>
            <p:cNvSpPr/>
            <p:nvPr/>
          </p:nvSpPr>
          <p:spPr>
            <a:xfrm>
              <a:off x="6991178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1"/>
            <p:cNvSpPr/>
            <p:nvPr/>
          </p:nvSpPr>
          <p:spPr>
            <a:xfrm>
              <a:off x="702138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1"/>
            <p:cNvSpPr/>
            <p:nvPr/>
          </p:nvSpPr>
          <p:spPr>
            <a:xfrm>
              <a:off x="6991178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1"/>
            <p:cNvSpPr/>
            <p:nvPr/>
          </p:nvSpPr>
          <p:spPr>
            <a:xfrm>
              <a:off x="702138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1" y="716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1"/>
            <p:cNvSpPr/>
            <p:nvPr/>
          </p:nvSpPr>
          <p:spPr>
            <a:xfrm>
              <a:off x="6991178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702138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1"/>
            <p:cNvSpPr/>
            <p:nvPr/>
          </p:nvSpPr>
          <p:spPr>
            <a:xfrm>
              <a:off x="6991178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1"/>
            <p:cNvSpPr/>
            <p:nvPr/>
          </p:nvSpPr>
          <p:spPr>
            <a:xfrm>
              <a:off x="702138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1"/>
            <p:cNvSpPr/>
            <p:nvPr/>
          </p:nvSpPr>
          <p:spPr>
            <a:xfrm>
              <a:off x="6802348" y="178118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1"/>
            <p:cNvSpPr/>
            <p:nvPr/>
          </p:nvSpPr>
          <p:spPr>
            <a:xfrm>
              <a:off x="683255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1"/>
            <p:cNvSpPr/>
            <p:nvPr/>
          </p:nvSpPr>
          <p:spPr>
            <a:xfrm>
              <a:off x="6802348" y="36248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1"/>
            <p:cNvSpPr/>
            <p:nvPr/>
          </p:nvSpPr>
          <p:spPr>
            <a:xfrm>
              <a:off x="683255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1"/>
            <p:cNvSpPr/>
            <p:nvPr/>
          </p:nvSpPr>
          <p:spPr>
            <a:xfrm>
              <a:off x="6802348" y="54685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683255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1"/>
            <p:cNvSpPr/>
            <p:nvPr/>
          </p:nvSpPr>
          <p:spPr>
            <a:xfrm>
              <a:off x="6802348" y="73164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1"/>
            <p:cNvSpPr/>
            <p:nvPr/>
          </p:nvSpPr>
          <p:spPr>
            <a:xfrm>
              <a:off x="683255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1"/>
            <p:cNvSpPr/>
            <p:nvPr/>
          </p:nvSpPr>
          <p:spPr>
            <a:xfrm>
              <a:off x="6802348" y="916100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1"/>
            <p:cNvSpPr/>
            <p:nvPr/>
          </p:nvSpPr>
          <p:spPr>
            <a:xfrm>
              <a:off x="683255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1"/>
            <p:cNvSpPr/>
            <p:nvPr/>
          </p:nvSpPr>
          <p:spPr>
            <a:xfrm>
              <a:off x="6802348" y="1100469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1"/>
            <p:cNvSpPr/>
            <p:nvPr/>
          </p:nvSpPr>
          <p:spPr>
            <a:xfrm>
              <a:off x="683255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1"/>
            <p:cNvSpPr/>
            <p:nvPr/>
          </p:nvSpPr>
          <p:spPr>
            <a:xfrm>
              <a:off x="6613266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1"/>
            <p:cNvSpPr/>
            <p:nvPr/>
          </p:nvSpPr>
          <p:spPr>
            <a:xfrm>
              <a:off x="6643476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6613266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1"/>
            <p:cNvSpPr/>
            <p:nvPr/>
          </p:nvSpPr>
          <p:spPr>
            <a:xfrm>
              <a:off x="6643476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1"/>
            <p:cNvSpPr/>
            <p:nvPr/>
          </p:nvSpPr>
          <p:spPr>
            <a:xfrm>
              <a:off x="6613266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1"/>
            <p:cNvSpPr/>
            <p:nvPr/>
          </p:nvSpPr>
          <p:spPr>
            <a:xfrm>
              <a:off x="6643476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1"/>
            <p:cNvSpPr/>
            <p:nvPr/>
          </p:nvSpPr>
          <p:spPr>
            <a:xfrm>
              <a:off x="6613266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1"/>
            <p:cNvSpPr/>
            <p:nvPr/>
          </p:nvSpPr>
          <p:spPr>
            <a:xfrm>
              <a:off x="6643476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1"/>
            <p:cNvSpPr/>
            <p:nvPr/>
          </p:nvSpPr>
          <p:spPr>
            <a:xfrm>
              <a:off x="6613266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1"/>
            <p:cNvSpPr/>
            <p:nvPr/>
          </p:nvSpPr>
          <p:spPr>
            <a:xfrm>
              <a:off x="6643476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1"/>
            <p:cNvSpPr/>
            <p:nvPr/>
          </p:nvSpPr>
          <p:spPr>
            <a:xfrm>
              <a:off x="6613266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1"/>
            <p:cNvSpPr/>
            <p:nvPr/>
          </p:nvSpPr>
          <p:spPr>
            <a:xfrm>
              <a:off x="6643476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1"/>
            <p:cNvSpPr/>
            <p:nvPr/>
          </p:nvSpPr>
          <p:spPr>
            <a:xfrm>
              <a:off x="6424521" y="178118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1"/>
            <p:cNvSpPr/>
            <p:nvPr/>
          </p:nvSpPr>
          <p:spPr>
            <a:xfrm>
              <a:off x="6454394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1"/>
            <p:cNvSpPr/>
            <p:nvPr/>
          </p:nvSpPr>
          <p:spPr>
            <a:xfrm>
              <a:off x="6424521" y="36248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1"/>
            <p:cNvSpPr/>
            <p:nvPr/>
          </p:nvSpPr>
          <p:spPr>
            <a:xfrm>
              <a:off x="6454394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1"/>
            <p:cNvSpPr/>
            <p:nvPr/>
          </p:nvSpPr>
          <p:spPr>
            <a:xfrm>
              <a:off x="6424521" y="54685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1"/>
            <p:cNvSpPr/>
            <p:nvPr/>
          </p:nvSpPr>
          <p:spPr>
            <a:xfrm>
              <a:off x="6454394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1"/>
            <p:cNvSpPr/>
            <p:nvPr/>
          </p:nvSpPr>
          <p:spPr>
            <a:xfrm>
              <a:off x="6424521" y="73164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1"/>
            <p:cNvSpPr/>
            <p:nvPr/>
          </p:nvSpPr>
          <p:spPr>
            <a:xfrm>
              <a:off x="6454394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1"/>
            <p:cNvSpPr/>
            <p:nvPr/>
          </p:nvSpPr>
          <p:spPr>
            <a:xfrm>
              <a:off x="6424521" y="916100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1"/>
            <p:cNvSpPr/>
            <p:nvPr/>
          </p:nvSpPr>
          <p:spPr>
            <a:xfrm>
              <a:off x="6454394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1"/>
            <p:cNvSpPr/>
            <p:nvPr/>
          </p:nvSpPr>
          <p:spPr>
            <a:xfrm>
              <a:off x="6424521" y="1100469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1"/>
            <p:cNvSpPr/>
            <p:nvPr/>
          </p:nvSpPr>
          <p:spPr>
            <a:xfrm>
              <a:off x="6454394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7" name="Google Shape;1227;p11"/>
          <p:cNvGrpSpPr/>
          <p:nvPr/>
        </p:nvGrpSpPr>
        <p:grpSpPr>
          <a:xfrm>
            <a:off x="130500" y="825750"/>
            <a:ext cx="1444500" cy="325800"/>
            <a:chOff x="130500" y="825750"/>
            <a:chExt cx="1444500" cy="325800"/>
          </a:xfrm>
        </p:grpSpPr>
        <p:sp>
          <p:nvSpPr>
            <p:cNvPr id="1228" name="Google Shape;1228;p11"/>
            <p:cNvSpPr/>
            <p:nvPr/>
          </p:nvSpPr>
          <p:spPr>
            <a:xfrm>
              <a:off x="130500" y="825750"/>
              <a:ext cx="1444500" cy="3258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NEW EMAIL</a:t>
              </a:r>
              <a:endPara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1229" name="Google Shape;1229;p11"/>
            <p:cNvGrpSpPr/>
            <p:nvPr/>
          </p:nvGrpSpPr>
          <p:grpSpPr>
            <a:xfrm>
              <a:off x="1333265" y="910350"/>
              <a:ext cx="156597" cy="156597"/>
              <a:chOff x="9831290" y="1558725"/>
              <a:chExt cx="156597" cy="156597"/>
            </a:xfrm>
          </p:grpSpPr>
          <p:sp>
            <p:nvSpPr>
              <p:cNvPr id="1230" name="Google Shape;1230;p11"/>
              <p:cNvSpPr/>
              <p:nvPr/>
            </p:nvSpPr>
            <p:spPr>
              <a:xfrm>
                <a:off x="9831290" y="15587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11"/>
              <p:cNvSpPr/>
              <p:nvPr/>
            </p:nvSpPr>
            <p:spPr>
              <a:xfrm>
                <a:off x="9869301" y="15969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11"/>
              <p:cNvSpPr/>
              <p:nvPr/>
            </p:nvSpPr>
            <p:spPr>
              <a:xfrm>
                <a:off x="9869301" y="15969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33" name="Google Shape;1233;p11"/>
          <p:cNvSpPr txBox="1"/>
          <p:nvPr>
            <p:ph hasCustomPrompt="1" type="title"/>
          </p:nvPr>
        </p:nvSpPr>
        <p:spPr>
          <a:xfrm>
            <a:off x="734975" y="1353750"/>
            <a:ext cx="7674000" cy="1845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34" name="Google Shape;1234;p11"/>
          <p:cNvSpPr txBox="1"/>
          <p:nvPr>
            <p:ph idx="1" type="subTitle"/>
          </p:nvPr>
        </p:nvSpPr>
        <p:spPr>
          <a:xfrm>
            <a:off x="734975" y="3199050"/>
            <a:ext cx="7674000" cy="5907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oogle Shape;1237;p13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238" name="Google Shape;1238;p13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13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0" name="Google Shape;1240;p13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13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13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13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13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13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13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13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13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13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13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1" name="Google Shape;1251;p13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2" name="Google Shape;1252;p13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13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13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13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13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13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13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13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13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13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2" name="Google Shape;1262;p13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13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13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3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6" name="Google Shape;1266;p13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13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8" name="Google Shape;1268;p13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13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3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13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13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13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13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3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6" name="Google Shape;1276;p13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13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8" name="Google Shape;1278;p13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9" name="Google Shape;1279;p13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0" name="Google Shape;1280;p13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1" name="Google Shape;1281;p13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2" name="Google Shape;1282;p13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3" name="Google Shape;1283;p13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13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13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13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13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8" name="Google Shape;1288;p13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9" name="Google Shape;1289;p13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0" name="Google Shape;1290;p13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1" name="Google Shape;1291;p13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2" name="Google Shape;1292;p13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13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4" name="Google Shape;1294;p13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5" name="Google Shape;1295;p13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6" name="Google Shape;1296;p13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7" name="Google Shape;1297;p13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8" name="Google Shape;1298;p13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9" name="Google Shape;1299;p13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0" name="Google Shape;1300;p13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1" name="Google Shape;1301;p13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2" name="Google Shape;1302;p13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3" name="Google Shape;1303;p13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4" name="Google Shape;1304;p13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13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13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7" name="Google Shape;1307;p13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308" name="Google Shape;1308;p13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09" name="Google Shape;1309;p13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0" name="Google Shape;1310;p13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3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2" name="Google Shape;1312;p13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313" name="Google Shape;1313;p13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13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13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13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13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13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13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0" name="Google Shape;1320;p13"/>
          <p:cNvSpPr txBox="1"/>
          <p:nvPr>
            <p:ph idx="1" type="subTitle"/>
          </p:nvPr>
        </p:nvSpPr>
        <p:spPr>
          <a:xfrm>
            <a:off x="2137400" y="1343775"/>
            <a:ext cx="2263500" cy="707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17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1" name="Google Shape;1321;p13"/>
          <p:cNvSpPr txBox="1"/>
          <p:nvPr>
            <p:ph idx="2" type="subTitle"/>
          </p:nvPr>
        </p:nvSpPr>
        <p:spPr>
          <a:xfrm>
            <a:off x="2137375" y="2051475"/>
            <a:ext cx="22635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2" name="Google Shape;1322;p13"/>
          <p:cNvSpPr txBox="1"/>
          <p:nvPr>
            <p:ph hasCustomPrompt="1" type="title"/>
          </p:nvPr>
        </p:nvSpPr>
        <p:spPr>
          <a:xfrm>
            <a:off x="919025" y="1343775"/>
            <a:ext cx="1144500" cy="123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323" name="Google Shape;1323;p13"/>
          <p:cNvSpPr txBox="1"/>
          <p:nvPr>
            <p:ph idx="3" type="subTitle"/>
          </p:nvPr>
        </p:nvSpPr>
        <p:spPr>
          <a:xfrm>
            <a:off x="2137400" y="3082301"/>
            <a:ext cx="2263500" cy="707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17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4" name="Google Shape;1324;p13"/>
          <p:cNvSpPr txBox="1"/>
          <p:nvPr>
            <p:ph idx="4" type="subTitle"/>
          </p:nvPr>
        </p:nvSpPr>
        <p:spPr>
          <a:xfrm>
            <a:off x="2137375" y="3790000"/>
            <a:ext cx="22635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5" name="Google Shape;1325;p13"/>
          <p:cNvSpPr txBox="1"/>
          <p:nvPr>
            <p:ph hasCustomPrompt="1" idx="5" type="title"/>
          </p:nvPr>
        </p:nvSpPr>
        <p:spPr>
          <a:xfrm>
            <a:off x="919025" y="3082300"/>
            <a:ext cx="1144500" cy="123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326" name="Google Shape;1326;p13"/>
          <p:cNvSpPr txBox="1"/>
          <p:nvPr>
            <p:ph idx="6" type="subTitle"/>
          </p:nvPr>
        </p:nvSpPr>
        <p:spPr>
          <a:xfrm>
            <a:off x="5951325" y="1343775"/>
            <a:ext cx="2263500" cy="707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17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7" name="Google Shape;1327;p13"/>
          <p:cNvSpPr txBox="1"/>
          <p:nvPr>
            <p:ph idx="7" type="subTitle"/>
          </p:nvPr>
        </p:nvSpPr>
        <p:spPr>
          <a:xfrm>
            <a:off x="5951325" y="2051475"/>
            <a:ext cx="22635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8" name="Google Shape;1328;p13"/>
          <p:cNvSpPr txBox="1"/>
          <p:nvPr>
            <p:ph hasCustomPrompt="1" idx="8" type="title"/>
          </p:nvPr>
        </p:nvSpPr>
        <p:spPr>
          <a:xfrm>
            <a:off x="4733075" y="1343775"/>
            <a:ext cx="1144500" cy="123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329" name="Google Shape;1329;p13"/>
          <p:cNvSpPr txBox="1"/>
          <p:nvPr>
            <p:ph idx="9" type="subTitle"/>
          </p:nvPr>
        </p:nvSpPr>
        <p:spPr>
          <a:xfrm>
            <a:off x="5951325" y="3082301"/>
            <a:ext cx="2263500" cy="7077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17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30" name="Google Shape;1330;p13"/>
          <p:cNvSpPr txBox="1"/>
          <p:nvPr>
            <p:ph idx="13" type="subTitle"/>
          </p:nvPr>
        </p:nvSpPr>
        <p:spPr>
          <a:xfrm>
            <a:off x="5951325" y="3790000"/>
            <a:ext cx="22635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1" name="Google Shape;1331;p13"/>
          <p:cNvSpPr txBox="1"/>
          <p:nvPr>
            <p:ph hasCustomPrompt="1" idx="14" type="title"/>
          </p:nvPr>
        </p:nvSpPr>
        <p:spPr>
          <a:xfrm>
            <a:off x="4733075" y="3082300"/>
            <a:ext cx="1144500" cy="1235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1332" name="Google Shape;1332;p13"/>
          <p:cNvSpPr txBox="1"/>
          <p:nvPr>
            <p:ph idx="15" type="title"/>
          </p:nvPr>
        </p:nvSpPr>
        <p:spPr>
          <a:xfrm>
            <a:off x="733950" y="594360"/>
            <a:ext cx="7674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33" name="Google Shape;1333;p13"/>
          <p:cNvGrpSpPr/>
          <p:nvPr/>
        </p:nvGrpSpPr>
        <p:grpSpPr>
          <a:xfrm>
            <a:off x="-114626" y="2603632"/>
            <a:ext cx="777347" cy="478663"/>
            <a:chOff x="9014981" y="3506433"/>
            <a:chExt cx="1291702" cy="795386"/>
          </a:xfrm>
        </p:grpSpPr>
        <p:sp>
          <p:nvSpPr>
            <p:cNvPr id="1334" name="Google Shape;1334;p13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3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3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3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3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3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3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3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3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13"/>
          <p:cNvGrpSpPr/>
          <p:nvPr/>
        </p:nvGrpSpPr>
        <p:grpSpPr>
          <a:xfrm>
            <a:off x="8539978" y="731464"/>
            <a:ext cx="699078" cy="514365"/>
            <a:chOff x="4684413" y="1913343"/>
            <a:chExt cx="448098" cy="329700"/>
          </a:xfrm>
        </p:grpSpPr>
        <p:sp>
          <p:nvSpPr>
            <p:cNvPr id="1344" name="Google Shape;1344;p13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3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6" name="Google Shape;1346;p13"/>
          <p:cNvSpPr/>
          <p:nvPr/>
        </p:nvSpPr>
        <p:spPr>
          <a:xfrm>
            <a:off x="8729915" y="35734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8" name="Google Shape;1348;p14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349" name="Google Shape;1349;p14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0" name="Google Shape;1350;p14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1" name="Google Shape;1351;p14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2" name="Google Shape;1352;p14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3" name="Google Shape;1353;p14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4" name="Google Shape;1354;p14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5" name="Google Shape;1355;p14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6" name="Google Shape;1356;p14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14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8" name="Google Shape;1358;p14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14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14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1" name="Google Shape;1361;p14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14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3" name="Google Shape;1363;p14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4" name="Google Shape;1364;p14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5" name="Google Shape;1365;p14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6" name="Google Shape;1366;p14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7" name="Google Shape;1367;p14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8" name="Google Shape;1368;p14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9" name="Google Shape;1369;p14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0" name="Google Shape;1370;p14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14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2" name="Google Shape;1372;p14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3" name="Google Shape;1373;p14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4" name="Google Shape;1374;p14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5" name="Google Shape;1375;p14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6" name="Google Shape;1376;p14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7" name="Google Shape;1377;p14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8" name="Google Shape;1378;p14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9" name="Google Shape;1379;p14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0" name="Google Shape;1380;p14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1" name="Google Shape;1381;p14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2" name="Google Shape;1382;p14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3" name="Google Shape;1383;p14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4" name="Google Shape;1384;p14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5" name="Google Shape;1385;p14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6" name="Google Shape;1386;p14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7" name="Google Shape;1387;p14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8" name="Google Shape;1388;p14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9" name="Google Shape;1389;p14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0" name="Google Shape;1390;p14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14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14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3" name="Google Shape;1393;p14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4" name="Google Shape;1394;p14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5" name="Google Shape;1395;p14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6" name="Google Shape;1396;p14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7" name="Google Shape;1397;p14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8" name="Google Shape;1398;p14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9" name="Google Shape;1399;p14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14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1" name="Google Shape;1401;p14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14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14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14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14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14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7" name="Google Shape;1407;p14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8" name="Google Shape;1408;p14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9" name="Google Shape;1409;p14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0" name="Google Shape;1410;p14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1" name="Google Shape;1411;p14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2" name="Google Shape;1412;p14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3" name="Google Shape;1413;p14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14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5" name="Google Shape;1415;p14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6" name="Google Shape;1416;p14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7" name="Google Shape;1417;p14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8" name="Google Shape;1418;p14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419" name="Google Shape;1419;p14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0" name="Google Shape;1420;p14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1" name="Google Shape;1421;p14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4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3" name="Google Shape;1423;p14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424" name="Google Shape;1424;p14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14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14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14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14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14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14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31" name="Google Shape;1431;p14"/>
          <p:cNvSpPr txBox="1"/>
          <p:nvPr>
            <p:ph type="title"/>
          </p:nvPr>
        </p:nvSpPr>
        <p:spPr>
          <a:xfrm>
            <a:off x="749700" y="592125"/>
            <a:ext cx="76446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32" name="Google Shape;1432;p14"/>
          <p:cNvGrpSpPr/>
          <p:nvPr/>
        </p:nvGrpSpPr>
        <p:grpSpPr>
          <a:xfrm>
            <a:off x="130428" y="702012"/>
            <a:ext cx="478435" cy="352020"/>
            <a:chOff x="4684413" y="1913343"/>
            <a:chExt cx="448098" cy="329700"/>
          </a:xfrm>
        </p:grpSpPr>
        <p:sp>
          <p:nvSpPr>
            <p:cNvPr id="1433" name="Google Shape;1433;p14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4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5" name="Google Shape;1435;p14"/>
          <p:cNvSpPr/>
          <p:nvPr/>
        </p:nvSpPr>
        <p:spPr>
          <a:xfrm>
            <a:off x="8724227" y="2517974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4"/>
          <p:cNvSpPr/>
          <p:nvPr/>
        </p:nvSpPr>
        <p:spPr>
          <a:xfrm>
            <a:off x="734976" y="4596829"/>
            <a:ext cx="319172" cy="442075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8" name="Google Shape;1438;p15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439" name="Google Shape;1439;p15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0" name="Google Shape;1440;p15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1" name="Google Shape;1441;p15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2" name="Google Shape;1442;p15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3" name="Google Shape;1443;p15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4" name="Google Shape;1444;p15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5" name="Google Shape;1445;p15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6" name="Google Shape;1446;p15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7" name="Google Shape;1447;p15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8" name="Google Shape;1448;p15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9" name="Google Shape;1449;p15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0" name="Google Shape;1450;p15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1" name="Google Shape;1451;p15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" name="Google Shape;1452;p15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" name="Google Shape;1453;p15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" name="Google Shape;1454;p15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5" name="Google Shape;1455;p15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6" name="Google Shape;1456;p15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7" name="Google Shape;1457;p15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8" name="Google Shape;1458;p15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" name="Google Shape;1459;p15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" name="Google Shape;1460;p15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1" name="Google Shape;1461;p15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2" name="Google Shape;1462;p15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3" name="Google Shape;1463;p15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" name="Google Shape;1464;p15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" name="Google Shape;1465;p15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6" name="Google Shape;1466;p15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7" name="Google Shape;1467;p15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15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9" name="Google Shape;1469;p15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0" name="Google Shape;1470;p15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15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2" name="Google Shape;1472;p15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15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4" name="Google Shape;1474;p15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5" name="Google Shape;1475;p15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6" name="Google Shape;1476;p15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7" name="Google Shape;1477;p15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8" name="Google Shape;1478;p15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9" name="Google Shape;1479;p15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0" name="Google Shape;1480;p15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15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15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15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4" name="Google Shape;1484;p15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5" name="Google Shape;1485;p15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6" name="Google Shape;1486;p15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7" name="Google Shape;1487;p15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8" name="Google Shape;1488;p15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9" name="Google Shape;1489;p15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0" name="Google Shape;1490;p15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1" name="Google Shape;1491;p15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15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3" name="Google Shape;1493;p15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4" name="Google Shape;1494;p15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5" name="Google Shape;1495;p15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6" name="Google Shape;1496;p15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7" name="Google Shape;1497;p15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8" name="Google Shape;1498;p15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9" name="Google Shape;1499;p15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0" name="Google Shape;1500;p15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1" name="Google Shape;1501;p15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2" name="Google Shape;1502;p15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3" name="Google Shape;1503;p15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4" name="Google Shape;1504;p15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5" name="Google Shape;1505;p15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6" name="Google Shape;1506;p15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7" name="Google Shape;1507;p15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8" name="Google Shape;1508;p15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509" name="Google Shape;1509;p15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0" name="Google Shape;1510;p15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1" name="Google Shape;1511;p15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5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3" name="Google Shape;1513;p15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514" name="Google Shape;1514;p15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15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15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15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15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15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15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1" name="Google Shape;1521;p15"/>
          <p:cNvSpPr txBox="1"/>
          <p:nvPr>
            <p:ph type="title"/>
          </p:nvPr>
        </p:nvSpPr>
        <p:spPr>
          <a:xfrm>
            <a:off x="856050" y="594360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522" name="Google Shape;1522;p15"/>
          <p:cNvGrpSpPr/>
          <p:nvPr/>
        </p:nvGrpSpPr>
        <p:grpSpPr>
          <a:xfrm>
            <a:off x="8551485" y="702012"/>
            <a:ext cx="478435" cy="352020"/>
            <a:chOff x="4684413" y="1913343"/>
            <a:chExt cx="448098" cy="329700"/>
          </a:xfrm>
        </p:grpSpPr>
        <p:sp>
          <p:nvSpPr>
            <p:cNvPr id="1523" name="Google Shape;1523;p15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5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5" name="Google Shape;1525;p15"/>
          <p:cNvSpPr/>
          <p:nvPr/>
        </p:nvSpPr>
        <p:spPr>
          <a:xfrm>
            <a:off x="115509" y="2517974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5"/>
          <p:cNvSpPr/>
          <p:nvPr/>
        </p:nvSpPr>
        <p:spPr>
          <a:xfrm>
            <a:off x="8408983" y="4596829"/>
            <a:ext cx="319172" cy="442075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2"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8" name="Google Shape;1528;p16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529" name="Google Shape;1529;p16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0" name="Google Shape;1530;p16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1" name="Google Shape;1531;p16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2" name="Google Shape;1532;p16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3" name="Google Shape;1533;p16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4" name="Google Shape;1534;p16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5" name="Google Shape;1535;p16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6" name="Google Shape;1536;p16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7" name="Google Shape;1537;p16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8" name="Google Shape;1538;p16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9" name="Google Shape;1539;p16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0" name="Google Shape;1540;p16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1" name="Google Shape;1541;p16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2" name="Google Shape;1542;p16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3" name="Google Shape;1543;p16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4" name="Google Shape;1544;p16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5" name="Google Shape;1545;p16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6" name="Google Shape;1546;p16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16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8" name="Google Shape;1548;p16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9" name="Google Shape;1549;p16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0" name="Google Shape;1550;p16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1" name="Google Shape;1551;p16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2" name="Google Shape;1552;p16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16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16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16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6" name="Google Shape;1556;p16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7" name="Google Shape;1557;p16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8" name="Google Shape;1558;p16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9" name="Google Shape;1559;p16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16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1" name="Google Shape;1561;p16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2" name="Google Shape;1562;p16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3" name="Google Shape;1563;p16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4" name="Google Shape;1564;p16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5" name="Google Shape;1565;p16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6" name="Google Shape;1566;p16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7" name="Google Shape;1567;p16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8" name="Google Shape;1568;p16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9" name="Google Shape;1569;p16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16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1" name="Google Shape;1571;p16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2" name="Google Shape;1572;p16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16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4" name="Google Shape;1574;p16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5" name="Google Shape;1575;p16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6" name="Google Shape;1576;p16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7" name="Google Shape;1577;p16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8" name="Google Shape;1578;p16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9" name="Google Shape;1579;p16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0" name="Google Shape;1580;p16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1" name="Google Shape;1581;p16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2" name="Google Shape;1582;p16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3" name="Google Shape;1583;p16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4" name="Google Shape;1584;p16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16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16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7" name="Google Shape;1587;p16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8" name="Google Shape;1588;p16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9" name="Google Shape;1589;p16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0" name="Google Shape;1590;p16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1" name="Google Shape;1591;p16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2" name="Google Shape;1592;p16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3" name="Google Shape;1593;p16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4" name="Google Shape;1594;p16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5" name="Google Shape;1595;p16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6" name="Google Shape;1596;p16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7" name="Google Shape;1597;p16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98" name="Google Shape;1598;p16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599" name="Google Shape;1599;p16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0" name="Google Shape;1600;p16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1" name="Google Shape;1601;p16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16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3" name="Google Shape;1603;p16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604" name="Google Shape;1604;p16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16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16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16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16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16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16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1" name="Google Shape;1611;p16"/>
          <p:cNvSpPr txBox="1"/>
          <p:nvPr>
            <p:ph type="title"/>
          </p:nvPr>
        </p:nvSpPr>
        <p:spPr>
          <a:xfrm>
            <a:off x="856050" y="594360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12" name="Google Shape;1612;p16"/>
          <p:cNvGrpSpPr/>
          <p:nvPr/>
        </p:nvGrpSpPr>
        <p:grpSpPr>
          <a:xfrm>
            <a:off x="8444461" y="648331"/>
            <a:ext cx="571708" cy="352038"/>
            <a:chOff x="9014981" y="3506433"/>
            <a:chExt cx="1291702" cy="795386"/>
          </a:xfrm>
        </p:grpSpPr>
        <p:sp>
          <p:nvSpPr>
            <p:cNvPr id="1613" name="Google Shape;1613;p16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6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6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16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6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6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6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6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6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2" name="Google Shape;1622;p16"/>
          <p:cNvGrpSpPr/>
          <p:nvPr/>
        </p:nvGrpSpPr>
        <p:grpSpPr>
          <a:xfrm>
            <a:off x="8169753" y="4596824"/>
            <a:ext cx="478435" cy="352020"/>
            <a:chOff x="4684413" y="1913343"/>
            <a:chExt cx="448098" cy="329700"/>
          </a:xfrm>
        </p:grpSpPr>
        <p:sp>
          <p:nvSpPr>
            <p:cNvPr id="1623" name="Google Shape;1623;p16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6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5" name="Google Shape;1625;p16"/>
          <p:cNvSpPr/>
          <p:nvPr/>
        </p:nvSpPr>
        <p:spPr>
          <a:xfrm>
            <a:off x="130427" y="2486024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_1"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7" name="Google Shape;1627;p17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628" name="Google Shape;1628;p17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9" name="Google Shape;1629;p17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0" name="Google Shape;1630;p17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1" name="Google Shape;1631;p17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2" name="Google Shape;1632;p17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3" name="Google Shape;1633;p17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4" name="Google Shape;1634;p17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5" name="Google Shape;1635;p17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6" name="Google Shape;1636;p17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7" name="Google Shape;1637;p17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8" name="Google Shape;1638;p17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9" name="Google Shape;1639;p17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0" name="Google Shape;1640;p17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1" name="Google Shape;1641;p17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2" name="Google Shape;1642;p17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3" name="Google Shape;1643;p17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4" name="Google Shape;1644;p17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17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6" name="Google Shape;1646;p17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7" name="Google Shape;1647;p17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8" name="Google Shape;1648;p17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9" name="Google Shape;1649;p17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17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1" name="Google Shape;1651;p17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2" name="Google Shape;1652;p17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3" name="Google Shape;1653;p17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4" name="Google Shape;1654;p17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17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17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7" name="Google Shape;1657;p17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8" name="Google Shape;1658;p17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9" name="Google Shape;1659;p17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0" name="Google Shape;1660;p17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1" name="Google Shape;1661;p17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2" name="Google Shape;1662;p17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3" name="Google Shape;1663;p17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4" name="Google Shape;1664;p17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5" name="Google Shape;1665;p17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6" name="Google Shape;1666;p17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7" name="Google Shape;1667;p17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8" name="Google Shape;1668;p17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9" name="Google Shape;1669;p17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0" name="Google Shape;1670;p17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1" name="Google Shape;1671;p17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2" name="Google Shape;1672;p17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3" name="Google Shape;1673;p17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4" name="Google Shape;1674;p17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5" name="Google Shape;1675;p17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6" name="Google Shape;1676;p17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17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8" name="Google Shape;1678;p17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9" name="Google Shape;1679;p17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0" name="Google Shape;1680;p17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1" name="Google Shape;1681;p17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2" name="Google Shape;1682;p17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3" name="Google Shape;1683;p17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4" name="Google Shape;1684;p17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5" name="Google Shape;1685;p17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6" name="Google Shape;1686;p17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7" name="Google Shape;1687;p17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8" name="Google Shape;1688;p17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9" name="Google Shape;1689;p17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0" name="Google Shape;1690;p17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1" name="Google Shape;1691;p17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2" name="Google Shape;1692;p17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3" name="Google Shape;1693;p17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4" name="Google Shape;1694;p17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5" name="Google Shape;1695;p17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6" name="Google Shape;1696;p17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97" name="Google Shape;1697;p17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698" name="Google Shape;1698;p17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9" name="Google Shape;1699;p17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0" name="Google Shape;1700;p17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7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2" name="Google Shape;1702;p17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703" name="Google Shape;1703;p17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17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17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17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17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17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17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0" name="Google Shape;1710;p17"/>
          <p:cNvGrpSpPr/>
          <p:nvPr/>
        </p:nvGrpSpPr>
        <p:grpSpPr>
          <a:xfrm>
            <a:off x="6630256" y="1366457"/>
            <a:ext cx="2088068" cy="3272416"/>
            <a:chOff x="6424521" y="147909"/>
            <a:chExt cx="627160" cy="982855"/>
          </a:xfrm>
        </p:grpSpPr>
        <p:sp>
          <p:nvSpPr>
            <p:cNvPr id="1711" name="Google Shape;1711;p17"/>
            <p:cNvSpPr/>
            <p:nvPr/>
          </p:nvSpPr>
          <p:spPr>
            <a:xfrm>
              <a:off x="6991178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7"/>
            <p:cNvSpPr/>
            <p:nvPr/>
          </p:nvSpPr>
          <p:spPr>
            <a:xfrm>
              <a:off x="702138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7"/>
            <p:cNvSpPr/>
            <p:nvPr/>
          </p:nvSpPr>
          <p:spPr>
            <a:xfrm>
              <a:off x="6991178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17"/>
            <p:cNvSpPr/>
            <p:nvPr/>
          </p:nvSpPr>
          <p:spPr>
            <a:xfrm>
              <a:off x="702138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17"/>
            <p:cNvSpPr/>
            <p:nvPr/>
          </p:nvSpPr>
          <p:spPr>
            <a:xfrm>
              <a:off x="6991178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17"/>
            <p:cNvSpPr/>
            <p:nvPr/>
          </p:nvSpPr>
          <p:spPr>
            <a:xfrm>
              <a:off x="702138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17"/>
            <p:cNvSpPr/>
            <p:nvPr/>
          </p:nvSpPr>
          <p:spPr>
            <a:xfrm>
              <a:off x="6991178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7"/>
            <p:cNvSpPr/>
            <p:nvPr/>
          </p:nvSpPr>
          <p:spPr>
            <a:xfrm>
              <a:off x="702138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1" y="716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7"/>
            <p:cNvSpPr/>
            <p:nvPr/>
          </p:nvSpPr>
          <p:spPr>
            <a:xfrm>
              <a:off x="6991178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7"/>
            <p:cNvSpPr/>
            <p:nvPr/>
          </p:nvSpPr>
          <p:spPr>
            <a:xfrm>
              <a:off x="702138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7"/>
            <p:cNvSpPr/>
            <p:nvPr/>
          </p:nvSpPr>
          <p:spPr>
            <a:xfrm>
              <a:off x="6991178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17"/>
            <p:cNvSpPr/>
            <p:nvPr/>
          </p:nvSpPr>
          <p:spPr>
            <a:xfrm>
              <a:off x="702138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17"/>
            <p:cNvSpPr/>
            <p:nvPr/>
          </p:nvSpPr>
          <p:spPr>
            <a:xfrm>
              <a:off x="6802348" y="178118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17"/>
            <p:cNvSpPr/>
            <p:nvPr/>
          </p:nvSpPr>
          <p:spPr>
            <a:xfrm>
              <a:off x="683255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17"/>
            <p:cNvSpPr/>
            <p:nvPr/>
          </p:nvSpPr>
          <p:spPr>
            <a:xfrm>
              <a:off x="6802348" y="36248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17"/>
            <p:cNvSpPr/>
            <p:nvPr/>
          </p:nvSpPr>
          <p:spPr>
            <a:xfrm>
              <a:off x="683255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17"/>
            <p:cNvSpPr/>
            <p:nvPr/>
          </p:nvSpPr>
          <p:spPr>
            <a:xfrm>
              <a:off x="6802348" y="54685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17"/>
            <p:cNvSpPr/>
            <p:nvPr/>
          </p:nvSpPr>
          <p:spPr>
            <a:xfrm>
              <a:off x="683255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17"/>
            <p:cNvSpPr/>
            <p:nvPr/>
          </p:nvSpPr>
          <p:spPr>
            <a:xfrm>
              <a:off x="6802348" y="73164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17"/>
            <p:cNvSpPr/>
            <p:nvPr/>
          </p:nvSpPr>
          <p:spPr>
            <a:xfrm>
              <a:off x="683255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17"/>
            <p:cNvSpPr/>
            <p:nvPr/>
          </p:nvSpPr>
          <p:spPr>
            <a:xfrm>
              <a:off x="6802348" y="916100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17"/>
            <p:cNvSpPr/>
            <p:nvPr/>
          </p:nvSpPr>
          <p:spPr>
            <a:xfrm>
              <a:off x="683255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17"/>
            <p:cNvSpPr/>
            <p:nvPr/>
          </p:nvSpPr>
          <p:spPr>
            <a:xfrm>
              <a:off x="6802348" y="1100469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17"/>
            <p:cNvSpPr/>
            <p:nvPr/>
          </p:nvSpPr>
          <p:spPr>
            <a:xfrm>
              <a:off x="683255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7"/>
            <p:cNvSpPr/>
            <p:nvPr/>
          </p:nvSpPr>
          <p:spPr>
            <a:xfrm>
              <a:off x="6613266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7"/>
            <p:cNvSpPr/>
            <p:nvPr/>
          </p:nvSpPr>
          <p:spPr>
            <a:xfrm>
              <a:off x="6643476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7"/>
            <p:cNvSpPr/>
            <p:nvPr/>
          </p:nvSpPr>
          <p:spPr>
            <a:xfrm>
              <a:off x="6613266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7"/>
            <p:cNvSpPr/>
            <p:nvPr/>
          </p:nvSpPr>
          <p:spPr>
            <a:xfrm>
              <a:off x="6643476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7"/>
            <p:cNvSpPr/>
            <p:nvPr/>
          </p:nvSpPr>
          <p:spPr>
            <a:xfrm>
              <a:off x="6613266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7"/>
            <p:cNvSpPr/>
            <p:nvPr/>
          </p:nvSpPr>
          <p:spPr>
            <a:xfrm>
              <a:off x="6643476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7"/>
            <p:cNvSpPr/>
            <p:nvPr/>
          </p:nvSpPr>
          <p:spPr>
            <a:xfrm>
              <a:off x="6613266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7"/>
            <p:cNvSpPr/>
            <p:nvPr/>
          </p:nvSpPr>
          <p:spPr>
            <a:xfrm>
              <a:off x="6643476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7"/>
            <p:cNvSpPr/>
            <p:nvPr/>
          </p:nvSpPr>
          <p:spPr>
            <a:xfrm>
              <a:off x="6613266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7"/>
            <p:cNvSpPr/>
            <p:nvPr/>
          </p:nvSpPr>
          <p:spPr>
            <a:xfrm>
              <a:off x="6643476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17"/>
            <p:cNvSpPr/>
            <p:nvPr/>
          </p:nvSpPr>
          <p:spPr>
            <a:xfrm>
              <a:off x="6613266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17"/>
            <p:cNvSpPr/>
            <p:nvPr/>
          </p:nvSpPr>
          <p:spPr>
            <a:xfrm>
              <a:off x="6643476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17"/>
            <p:cNvSpPr/>
            <p:nvPr/>
          </p:nvSpPr>
          <p:spPr>
            <a:xfrm>
              <a:off x="6424521" y="178118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7"/>
            <p:cNvSpPr/>
            <p:nvPr/>
          </p:nvSpPr>
          <p:spPr>
            <a:xfrm>
              <a:off x="6454394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7"/>
            <p:cNvSpPr/>
            <p:nvPr/>
          </p:nvSpPr>
          <p:spPr>
            <a:xfrm>
              <a:off x="6424521" y="36248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7"/>
            <p:cNvSpPr/>
            <p:nvPr/>
          </p:nvSpPr>
          <p:spPr>
            <a:xfrm>
              <a:off x="6454394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17"/>
            <p:cNvSpPr/>
            <p:nvPr/>
          </p:nvSpPr>
          <p:spPr>
            <a:xfrm>
              <a:off x="6424521" y="54685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17"/>
            <p:cNvSpPr/>
            <p:nvPr/>
          </p:nvSpPr>
          <p:spPr>
            <a:xfrm>
              <a:off x="6454394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17"/>
            <p:cNvSpPr/>
            <p:nvPr/>
          </p:nvSpPr>
          <p:spPr>
            <a:xfrm>
              <a:off x="6424521" y="73164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17"/>
            <p:cNvSpPr/>
            <p:nvPr/>
          </p:nvSpPr>
          <p:spPr>
            <a:xfrm>
              <a:off x="6454394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17"/>
            <p:cNvSpPr/>
            <p:nvPr/>
          </p:nvSpPr>
          <p:spPr>
            <a:xfrm>
              <a:off x="6424521" y="916100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17"/>
            <p:cNvSpPr/>
            <p:nvPr/>
          </p:nvSpPr>
          <p:spPr>
            <a:xfrm>
              <a:off x="6454394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17"/>
            <p:cNvSpPr/>
            <p:nvPr/>
          </p:nvSpPr>
          <p:spPr>
            <a:xfrm>
              <a:off x="6424521" y="1100469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17"/>
            <p:cNvSpPr/>
            <p:nvPr/>
          </p:nvSpPr>
          <p:spPr>
            <a:xfrm>
              <a:off x="6454394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9" name="Google Shape;1759;p17"/>
          <p:cNvGrpSpPr/>
          <p:nvPr/>
        </p:nvGrpSpPr>
        <p:grpSpPr>
          <a:xfrm>
            <a:off x="7140608" y="676464"/>
            <a:ext cx="699078" cy="514365"/>
            <a:chOff x="4684413" y="1913343"/>
            <a:chExt cx="448098" cy="329700"/>
          </a:xfrm>
        </p:grpSpPr>
        <p:sp>
          <p:nvSpPr>
            <p:cNvPr id="1760" name="Google Shape;1760;p17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7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2" name="Google Shape;1762;p17"/>
          <p:cNvGrpSpPr/>
          <p:nvPr/>
        </p:nvGrpSpPr>
        <p:grpSpPr>
          <a:xfrm>
            <a:off x="8019256" y="676464"/>
            <a:ext cx="699078" cy="514365"/>
            <a:chOff x="4684413" y="1913343"/>
            <a:chExt cx="448098" cy="329700"/>
          </a:xfrm>
        </p:grpSpPr>
        <p:sp>
          <p:nvSpPr>
            <p:cNvPr id="1763" name="Google Shape;1763;p17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7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5" name="Google Shape;1765;p17"/>
          <p:cNvGrpSpPr/>
          <p:nvPr/>
        </p:nvGrpSpPr>
        <p:grpSpPr>
          <a:xfrm>
            <a:off x="104965" y="2206947"/>
            <a:ext cx="988023" cy="608391"/>
            <a:chOff x="9014981" y="3506433"/>
            <a:chExt cx="1291702" cy="795386"/>
          </a:xfrm>
        </p:grpSpPr>
        <p:sp>
          <p:nvSpPr>
            <p:cNvPr id="1766" name="Google Shape;1766;p17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7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17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17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17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17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7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7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17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5" name="Google Shape;1775;p17"/>
          <p:cNvSpPr/>
          <p:nvPr/>
        </p:nvSpPr>
        <p:spPr>
          <a:xfrm>
            <a:off x="8720665" y="41019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7"/>
          <p:cNvSpPr/>
          <p:nvPr/>
        </p:nvSpPr>
        <p:spPr>
          <a:xfrm>
            <a:off x="995826" y="2718929"/>
            <a:ext cx="319172" cy="442076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7"/>
          <p:cNvSpPr txBox="1"/>
          <p:nvPr>
            <p:ph type="title"/>
          </p:nvPr>
        </p:nvSpPr>
        <p:spPr>
          <a:xfrm>
            <a:off x="1505400" y="965850"/>
            <a:ext cx="6133200" cy="8742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78" name="Google Shape;1778;p17"/>
          <p:cNvSpPr txBox="1"/>
          <p:nvPr>
            <p:ph idx="1" type="subTitle"/>
          </p:nvPr>
        </p:nvSpPr>
        <p:spPr>
          <a:xfrm>
            <a:off x="1505400" y="1840050"/>
            <a:ext cx="6133200" cy="1612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9144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_1"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0" name="Google Shape;1780;p18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781" name="Google Shape;1781;p18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18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3" name="Google Shape;1783;p18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4" name="Google Shape;1784;p18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5" name="Google Shape;1785;p18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6" name="Google Shape;1786;p18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7" name="Google Shape;1787;p18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8" name="Google Shape;1788;p18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9" name="Google Shape;1789;p18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0" name="Google Shape;1790;p18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1" name="Google Shape;1791;p18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2" name="Google Shape;1792;p18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3" name="Google Shape;1793;p18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4" name="Google Shape;1794;p18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5" name="Google Shape;1795;p18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6" name="Google Shape;1796;p18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7" name="Google Shape;1797;p18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8" name="Google Shape;1798;p18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9" name="Google Shape;1799;p18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0" name="Google Shape;1800;p18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1" name="Google Shape;1801;p18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2" name="Google Shape;1802;p18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3" name="Google Shape;1803;p18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4" name="Google Shape;1804;p18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5" name="Google Shape;1805;p18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6" name="Google Shape;1806;p18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7" name="Google Shape;1807;p18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8" name="Google Shape;1808;p18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9" name="Google Shape;1809;p18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0" name="Google Shape;1810;p18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1" name="Google Shape;1811;p18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2" name="Google Shape;1812;p18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3" name="Google Shape;1813;p18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4" name="Google Shape;1814;p18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5" name="Google Shape;1815;p18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6" name="Google Shape;1816;p18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7" name="Google Shape;1817;p18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8" name="Google Shape;1818;p18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9" name="Google Shape;1819;p18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0" name="Google Shape;1820;p18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1" name="Google Shape;1821;p18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2" name="Google Shape;1822;p18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3" name="Google Shape;1823;p18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4" name="Google Shape;1824;p18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5" name="Google Shape;1825;p18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6" name="Google Shape;1826;p18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7" name="Google Shape;1827;p18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8" name="Google Shape;1828;p18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9" name="Google Shape;1829;p18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0" name="Google Shape;1830;p18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1" name="Google Shape;1831;p18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2" name="Google Shape;1832;p18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3" name="Google Shape;1833;p18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4" name="Google Shape;1834;p18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5" name="Google Shape;1835;p18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6" name="Google Shape;1836;p18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7" name="Google Shape;1837;p18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8" name="Google Shape;1838;p18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9" name="Google Shape;1839;p18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0" name="Google Shape;1840;p18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1" name="Google Shape;1841;p18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2" name="Google Shape;1842;p18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3" name="Google Shape;1843;p18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4" name="Google Shape;1844;p18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5" name="Google Shape;1845;p18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6" name="Google Shape;1846;p18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7" name="Google Shape;1847;p18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8" name="Google Shape;1848;p18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9" name="Google Shape;1849;p18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50" name="Google Shape;1850;p18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851" name="Google Shape;1851;p18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52" name="Google Shape;1852;p18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3" name="Google Shape;1853;p18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18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5" name="Google Shape;1855;p18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856" name="Google Shape;1856;p18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18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18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18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18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18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18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63" name="Google Shape;1863;p18"/>
          <p:cNvSpPr txBox="1"/>
          <p:nvPr>
            <p:ph idx="1" type="body"/>
          </p:nvPr>
        </p:nvSpPr>
        <p:spPr>
          <a:xfrm>
            <a:off x="4572000" y="1592475"/>
            <a:ext cx="36153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4" name="Google Shape;1864;p18"/>
          <p:cNvSpPr txBox="1"/>
          <p:nvPr>
            <p:ph idx="2" type="body"/>
          </p:nvPr>
        </p:nvSpPr>
        <p:spPr>
          <a:xfrm>
            <a:off x="956700" y="1592475"/>
            <a:ext cx="3615300" cy="8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5" name="Google Shape;1865;p18"/>
          <p:cNvSpPr txBox="1"/>
          <p:nvPr>
            <p:ph type="title"/>
          </p:nvPr>
        </p:nvSpPr>
        <p:spPr>
          <a:xfrm>
            <a:off x="720000" y="59436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66" name="Google Shape;1866;p18"/>
          <p:cNvGrpSpPr/>
          <p:nvPr/>
        </p:nvGrpSpPr>
        <p:grpSpPr>
          <a:xfrm>
            <a:off x="121995" y="4474183"/>
            <a:ext cx="693060" cy="471304"/>
            <a:chOff x="4684413" y="2795724"/>
            <a:chExt cx="493703" cy="335758"/>
          </a:xfrm>
        </p:grpSpPr>
        <p:sp>
          <p:nvSpPr>
            <p:cNvPr id="1867" name="Google Shape;1867;p18"/>
            <p:cNvSpPr/>
            <p:nvPr/>
          </p:nvSpPr>
          <p:spPr>
            <a:xfrm>
              <a:off x="4684413" y="280178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1"/>
                  </a:moveTo>
                  <a:cubicBezTo>
                    <a:pt x="80" y="1"/>
                    <a:pt x="1" y="77"/>
                    <a:pt x="1" y="174"/>
                  </a:cubicBezTo>
                  <a:lnTo>
                    <a:pt x="239" y="3918"/>
                  </a:lnTo>
                  <a:lnTo>
                    <a:pt x="4699" y="3918"/>
                  </a:lnTo>
                  <a:lnTo>
                    <a:pt x="4136" y="744"/>
                  </a:lnTo>
                  <a:cubicBezTo>
                    <a:pt x="4108" y="598"/>
                    <a:pt x="3980" y="492"/>
                    <a:pt x="3830" y="492"/>
                  </a:cubicBezTo>
                  <a:lnTo>
                    <a:pt x="2605" y="492"/>
                  </a:lnTo>
                  <a:lnTo>
                    <a:pt x="2605" y="174"/>
                  </a:lnTo>
                  <a:cubicBezTo>
                    <a:pt x="2605" y="77"/>
                    <a:pt x="2526" y="1"/>
                    <a:pt x="243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18"/>
            <p:cNvSpPr/>
            <p:nvPr/>
          </p:nvSpPr>
          <p:spPr>
            <a:xfrm>
              <a:off x="4709237" y="2885006"/>
              <a:ext cx="423275" cy="246475"/>
            </a:xfrm>
            <a:custGeom>
              <a:rect b="b" l="l" r="r" t="t"/>
              <a:pathLst>
                <a:path extrusionOk="0" h="2929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9"/>
                  </a:lnTo>
                  <a:lnTo>
                    <a:pt x="4459" y="2929"/>
                  </a:lnTo>
                  <a:lnTo>
                    <a:pt x="4987" y="371"/>
                  </a:lnTo>
                  <a:cubicBezTo>
                    <a:pt x="5029" y="181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18"/>
            <p:cNvSpPr/>
            <p:nvPr/>
          </p:nvSpPr>
          <p:spPr>
            <a:xfrm>
              <a:off x="4980700" y="2795724"/>
              <a:ext cx="197416" cy="179408"/>
            </a:xfrm>
            <a:custGeom>
              <a:rect b="b" l="l" r="r" t="t"/>
              <a:pathLst>
                <a:path extrusionOk="0" h="2132" w="2346">
                  <a:moveTo>
                    <a:pt x="1174" y="0"/>
                  </a:moveTo>
                  <a:cubicBezTo>
                    <a:pt x="691" y="0"/>
                    <a:pt x="252" y="330"/>
                    <a:pt x="135" y="821"/>
                  </a:cubicBezTo>
                  <a:cubicBezTo>
                    <a:pt x="1" y="1393"/>
                    <a:pt x="355" y="1967"/>
                    <a:pt x="927" y="2102"/>
                  </a:cubicBezTo>
                  <a:cubicBezTo>
                    <a:pt x="1010" y="2122"/>
                    <a:pt x="1093" y="2131"/>
                    <a:pt x="1175" y="2131"/>
                  </a:cubicBezTo>
                  <a:cubicBezTo>
                    <a:pt x="1657" y="2131"/>
                    <a:pt x="2094" y="1801"/>
                    <a:pt x="2208" y="1312"/>
                  </a:cubicBezTo>
                  <a:cubicBezTo>
                    <a:pt x="2345" y="740"/>
                    <a:pt x="1991" y="165"/>
                    <a:pt x="1418" y="29"/>
                  </a:cubicBezTo>
                  <a:cubicBezTo>
                    <a:pt x="1337" y="9"/>
                    <a:pt x="1255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18"/>
            <p:cNvSpPr/>
            <p:nvPr/>
          </p:nvSpPr>
          <p:spPr>
            <a:xfrm>
              <a:off x="5079575" y="2853871"/>
              <a:ext cx="84" cy="73715"/>
            </a:xfrm>
            <a:custGeom>
              <a:rect b="b" l="l" r="r" t="t"/>
              <a:pathLst>
                <a:path extrusionOk="0" fill="none" h="876" w="1">
                  <a:moveTo>
                    <a:pt x="0" y="0"/>
                  </a:moveTo>
                  <a:lnTo>
                    <a:pt x="0" y="876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18"/>
            <p:cNvSpPr/>
            <p:nvPr/>
          </p:nvSpPr>
          <p:spPr>
            <a:xfrm>
              <a:off x="5042717" y="2890644"/>
              <a:ext cx="73968" cy="84"/>
            </a:xfrm>
            <a:custGeom>
              <a:rect b="b" l="l" r="r" t="t"/>
              <a:pathLst>
                <a:path extrusionOk="0" fill="none" h="1" w="879">
                  <a:moveTo>
                    <a:pt x="87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2" name="Google Shape;1872;p18"/>
          <p:cNvSpPr/>
          <p:nvPr/>
        </p:nvSpPr>
        <p:spPr>
          <a:xfrm>
            <a:off x="113490" y="726299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18"/>
          <p:cNvSpPr/>
          <p:nvPr/>
        </p:nvSpPr>
        <p:spPr>
          <a:xfrm>
            <a:off x="8724276" y="2586866"/>
            <a:ext cx="319172" cy="442076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_1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5" name="Google Shape;1875;p19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876" name="Google Shape;1876;p19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7" name="Google Shape;1877;p19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8" name="Google Shape;1878;p19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9" name="Google Shape;1879;p19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0" name="Google Shape;1880;p19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1" name="Google Shape;1881;p19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2" name="Google Shape;1882;p19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3" name="Google Shape;1883;p19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4" name="Google Shape;1884;p19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5" name="Google Shape;1885;p19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6" name="Google Shape;1886;p19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7" name="Google Shape;1887;p19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8" name="Google Shape;1888;p19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9" name="Google Shape;1889;p19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0" name="Google Shape;1890;p19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1" name="Google Shape;1891;p19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2" name="Google Shape;1892;p19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3" name="Google Shape;1893;p19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4" name="Google Shape;1894;p19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5" name="Google Shape;1895;p19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6" name="Google Shape;1896;p19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7" name="Google Shape;1897;p19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8" name="Google Shape;1898;p19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9" name="Google Shape;1899;p19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0" name="Google Shape;1900;p19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1" name="Google Shape;1901;p19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2" name="Google Shape;1902;p19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3" name="Google Shape;1903;p19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4" name="Google Shape;1904;p19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5" name="Google Shape;1905;p19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6" name="Google Shape;1906;p19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7" name="Google Shape;1907;p19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8" name="Google Shape;1908;p19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9" name="Google Shape;1909;p19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0" name="Google Shape;1910;p19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1" name="Google Shape;1911;p19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2" name="Google Shape;1912;p19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3" name="Google Shape;1913;p19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19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5" name="Google Shape;1915;p19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6" name="Google Shape;1916;p19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7" name="Google Shape;1917;p19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8" name="Google Shape;1918;p19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9" name="Google Shape;1919;p19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0" name="Google Shape;1920;p19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1" name="Google Shape;1921;p19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2" name="Google Shape;1922;p19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3" name="Google Shape;1923;p19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4" name="Google Shape;1924;p19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5" name="Google Shape;1925;p19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6" name="Google Shape;1926;p19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7" name="Google Shape;1927;p19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8" name="Google Shape;1928;p19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9" name="Google Shape;1929;p19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0" name="Google Shape;1930;p19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1" name="Google Shape;1931;p19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2" name="Google Shape;1932;p19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3" name="Google Shape;1933;p19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4" name="Google Shape;1934;p19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5" name="Google Shape;1935;p19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6" name="Google Shape;1936;p19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7" name="Google Shape;1937;p19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8" name="Google Shape;1938;p19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9" name="Google Shape;1939;p19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0" name="Google Shape;1940;p19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1" name="Google Shape;1941;p19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2" name="Google Shape;1942;p19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3" name="Google Shape;1943;p19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4" name="Google Shape;1944;p19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45" name="Google Shape;1945;p19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1946" name="Google Shape;1946;p19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47" name="Google Shape;1947;p19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8" name="Google Shape;1948;p19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19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0" name="Google Shape;1950;p19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1951" name="Google Shape;1951;p19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19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19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19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19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19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19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58" name="Google Shape;1958;p19"/>
          <p:cNvSpPr txBox="1"/>
          <p:nvPr>
            <p:ph type="title"/>
          </p:nvPr>
        </p:nvSpPr>
        <p:spPr>
          <a:xfrm>
            <a:off x="895400" y="2348700"/>
            <a:ext cx="23058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59" name="Google Shape;1959;p19"/>
          <p:cNvSpPr txBox="1"/>
          <p:nvPr>
            <p:ph idx="1" type="subTitle"/>
          </p:nvPr>
        </p:nvSpPr>
        <p:spPr>
          <a:xfrm>
            <a:off x="895400" y="2799481"/>
            <a:ext cx="23058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60" name="Google Shape;1960;p19"/>
          <p:cNvGrpSpPr/>
          <p:nvPr/>
        </p:nvGrpSpPr>
        <p:grpSpPr>
          <a:xfrm>
            <a:off x="8324245" y="4037546"/>
            <a:ext cx="693060" cy="471304"/>
            <a:chOff x="4684413" y="2795724"/>
            <a:chExt cx="493703" cy="335758"/>
          </a:xfrm>
        </p:grpSpPr>
        <p:sp>
          <p:nvSpPr>
            <p:cNvPr id="1961" name="Google Shape;1961;p19"/>
            <p:cNvSpPr/>
            <p:nvPr/>
          </p:nvSpPr>
          <p:spPr>
            <a:xfrm>
              <a:off x="4684413" y="280178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1"/>
                  </a:moveTo>
                  <a:cubicBezTo>
                    <a:pt x="80" y="1"/>
                    <a:pt x="1" y="77"/>
                    <a:pt x="1" y="174"/>
                  </a:cubicBezTo>
                  <a:lnTo>
                    <a:pt x="239" y="3918"/>
                  </a:lnTo>
                  <a:lnTo>
                    <a:pt x="4699" y="3918"/>
                  </a:lnTo>
                  <a:lnTo>
                    <a:pt x="4136" y="744"/>
                  </a:lnTo>
                  <a:cubicBezTo>
                    <a:pt x="4108" y="598"/>
                    <a:pt x="3980" y="492"/>
                    <a:pt x="3830" y="492"/>
                  </a:cubicBezTo>
                  <a:lnTo>
                    <a:pt x="2605" y="492"/>
                  </a:lnTo>
                  <a:lnTo>
                    <a:pt x="2605" y="174"/>
                  </a:lnTo>
                  <a:cubicBezTo>
                    <a:pt x="2605" y="77"/>
                    <a:pt x="2526" y="1"/>
                    <a:pt x="243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19"/>
            <p:cNvSpPr/>
            <p:nvPr/>
          </p:nvSpPr>
          <p:spPr>
            <a:xfrm>
              <a:off x="4709237" y="2885006"/>
              <a:ext cx="423275" cy="246475"/>
            </a:xfrm>
            <a:custGeom>
              <a:rect b="b" l="l" r="r" t="t"/>
              <a:pathLst>
                <a:path extrusionOk="0" h="2929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9"/>
                  </a:lnTo>
                  <a:lnTo>
                    <a:pt x="4459" y="2929"/>
                  </a:lnTo>
                  <a:lnTo>
                    <a:pt x="4987" y="371"/>
                  </a:lnTo>
                  <a:cubicBezTo>
                    <a:pt x="5029" y="181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19"/>
            <p:cNvSpPr/>
            <p:nvPr/>
          </p:nvSpPr>
          <p:spPr>
            <a:xfrm>
              <a:off x="4980700" y="2795724"/>
              <a:ext cx="197416" cy="179408"/>
            </a:xfrm>
            <a:custGeom>
              <a:rect b="b" l="l" r="r" t="t"/>
              <a:pathLst>
                <a:path extrusionOk="0" h="2132" w="2346">
                  <a:moveTo>
                    <a:pt x="1174" y="0"/>
                  </a:moveTo>
                  <a:cubicBezTo>
                    <a:pt x="691" y="0"/>
                    <a:pt x="252" y="330"/>
                    <a:pt x="135" y="821"/>
                  </a:cubicBezTo>
                  <a:cubicBezTo>
                    <a:pt x="1" y="1393"/>
                    <a:pt x="355" y="1967"/>
                    <a:pt x="927" y="2102"/>
                  </a:cubicBezTo>
                  <a:cubicBezTo>
                    <a:pt x="1010" y="2122"/>
                    <a:pt x="1093" y="2131"/>
                    <a:pt x="1175" y="2131"/>
                  </a:cubicBezTo>
                  <a:cubicBezTo>
                    <a:pt x="1657" y="2131"/>
                    <a:pt x="2094" y="1801"/>
                    <a:pt x="2208" y="1312"/>
                  </a:cubicBezTo>
                  <a:cubicBezTo>
                    <a:pt x="2345" y="740"/>
                    <a:pt x="1991" y="165"/>
                    <a:pt x="1418" y="29"/>
                  </a:cubicBezTo>
                  <a:cubicBezTo>
                    <a:pt x="1337" y="9"/>
                    <a:pt x="1255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19"/>
            <p:cNvSpPr/>
            <p:nvPr/>
          </p:nvSpPr>
          <p:spPr>
            <a:xfrm>
              <a:off x="5079575" y="2853871"/>
              <a:ext cx="84" cy="73715"/>
            </a:xfrm>
            <a:custGeom>
              <a:rect b="b" l="l" r="r" t="t"/>
              <a:pathLst>
                <a:path extrusionOk="0" fill="none" h="876" w="1">
                  <a:moveTo>
                    <a:pt x="0" y="0"/>
                  </a:moveTo>
                  <a:lnTo>
                    <a:pt x="0" y="876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19"/>
            <p:cNvSpPr/>
            <p:nvPr/>
          </p:nvSpPr>
          <p:spPr>
            <a:xfrm>
              <a:off x="5042717" y="2890644"/>
              <a:ext cx="73968" cy="84"/>
            </a:xfrm>
            <a:custGeom>
              <a:rect b="b" l="l" r="r" t="t"/>
              <a:pathLst>
                <a:path extrusionOk="0" fill="none" h="1" w="879">
                  <a:moveTo>
                    <a:pt x="87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6" name="Google Shape;1966;p19"/>
          <p:cNvSpPr/>
          <p:nvPr/>
        </p:nvSpPr>
        <p:spPr>
          <a:xfrm>
            <a:off x="8698115" y="846812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7" name="Google Shape;1967;p19"/>
          <p:cNvGrpSpPr/>
          <p:nvPr/>
        </p:nvGrpSpPr>
        <p:grpSpPr>
          <a:xfrm>
            <a:off x="122403" y="1038189"/>
            <a:ext cx="699078" cy="514365"/>
            <a:chOff x="4684413" y="1913343"/>
            <a:chExt cx="448098" cy="329700"/>
          </a:xfrm>
        </p:grpSpPr>
        <p:sp>
          <p:nvSpPr>
            <p:cNvPr id="1968" name="Google Shape;1968;p19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19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0" name="Google Shape;1970;p19"/>
          <p:cNvSpPr/>
          <p:nvPr/>
        </p:nvSpPr>
        <p:spPr>
          <a:xfrm>
            <a:off x="400826" y="1496379"/>
            <a:ext cx="319172" cy="442075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9"/>
          <p:cNvSpPr txBox="1"/>
          <p:nvPr>
            <p:ph idx="2" type="title"/>
          </p:nvPr>
        </p:nvSpPr>
        <p:spPr>
          <a:xfrm>
            <a:off x="3419112" y="2348700"/>
            <a:ext cx="23058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72" name="Google Shape;1972;p19"/>
          <p:cNvSpPr txBox="1"/>
          <p:nvPr>
            <p:ph idx="3" type="subTitle"/>
          </p:nvPr>
        </p:nvSpPr>
        <p:spPr>
          <a:xfrm>
            <a:off x="3419116" y="2803182"/>
            <a:ext cx="23058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3" name="Google Shape;1973;p19"/>
          <p:cNvSpPr txBox="1"/>
          <p:nvPr>
            <p:ph idx="4" type="title"/>
          </p:nvPr>
        </p:nvSpPr>
        <p:spPr>
          <a:xfrm>
            <a:off x="5942854" y="2348700"/>
            <a:ext cx="23058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74" name="Google Shape;1974;p19"/>
          <p:cNvSpPr txBox="1"/>
          <p:nvPr>
            <p:ph idx="5" type="subTitle"/>
          </p:nvPr>
        </p:nvSpPr>
        <p:spPr>
          <a:xfrm>
            <a:off x="5942862" y="2803182"/>
            <a:ext cx="23058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5" name="Google Shape;1975;p19"/>
          <p:cNvSpPr txBox="1"/>
          <p:nvPr>
            <p:ph idx="6" type="title"/>
          </p:nvPr>
        </p:nvSpPr>
        <p:spPr>
          <a:xfrm>
            <a:off x="720000" y="59436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_1_1"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7" name="Google Shape;1977;p20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1978" name="Google Shape;1978;p20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9" name="Google Shape;1979;p20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0" name="Google Shape;1980;p20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1" name="Google Shape;1981;p20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2" name="Google Shape;1982;p20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3" name="Google Shape;1983;p20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4" name="Google Shape;1984;p20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5" name="Google Shape;1985;p20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6" name="Google Shape;1986;p20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7" name="Google Shape;1987;p20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8" name="Google Shape;1988;p20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9" name="Google Shape;1989;p20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0" name="Google Shape;1990;p20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1" name="Google Shape;1991;p20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2" name="Google Shape;1992;p20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3" name="Google Shape;1993;p20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4" name="Google Shape;1994;p20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5" name="Google Shape;1995;p20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6" name="Google Shape;1996;p20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7" name="Google Shape;1997;p20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8" name="Google Shape;1998;p20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9" name="Google Shape;1999;p20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0" name="Google Shape;2000;p20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1" name="Google Shape;2001;p20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2" name="Google Shape;2002;p20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3" name="Google Shape;2003;p20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4" name="Google Shape;2004;p20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5" name="Google Shape;2005;p20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6" name="Google Shape;2006;p20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7" name="Google Shape;2007;p20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8" name="Google Shape;2008;p20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9" name="Google Shape;2009;p20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0" name="Google Shape;2010;p20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1" name="Google Shape;2011;p20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2" name="Google Shape;2012;p20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3" name="Google Shape;2013;p20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4" name="Google Shape;2014;p20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5" name="Google Shape;2015;p20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6" name="Google Shape;2016;p20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7" name="Google Shape;2017;p20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8" name="Google Shape;2018;p20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9" name="Google Shape;2019;p20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0" name="Google Shape;2020;p20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1" name="Google Shape;2021;p20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2" name="Google Shape;2022;p20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3" name="Google Shape;2023;p20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4" name="Google Shape;2024;p20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5" name="Google Shape;2025;p20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6" name="Google Shape;2026;p20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7" name="Google Shape;2027;p20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20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9" name="Google Shape;2029;p20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0" name="Google Shape;2030;p20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1" name="Google Shape;2031;p20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2" name="Google Shape;2032;p20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3" name="Google Shape;2033;p20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4" name="Google Shape;2034;p20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5" name="Google Shape;2035;p20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6" name="Google Shape;2036;p20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7" name="Google Shape;2037;p20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8" name="Google Shape;2038;p20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9" name="Google Shape;2039;p20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0" name="Google Shape;2040;p20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1" name="Google Shape;2041;p20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2" name="Google Shape;2042;p20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3" name="Google Shape;2043;p20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4" name="Google Shape;2044;p20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5" name="Google Shape;2045;p20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6" name="Google Shape;2046;p20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47" name="Google Shape;2047;p20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048" name="Google Shape;2048;p20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9" name="Google Shape;2049;p20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0" name="Google Shape;2050;p20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0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52" name="Google Shape;2052;p20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053" name="Google Shape;2053;p20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20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20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20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20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20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20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60" name="Google Shape;2060;p20"/>
          <p:cNvSpPr txBox="1"/>
          <p:nvPr>
            <p:ph type="title"/>
          </p:nvPr>
        </p:nvSpPr>
        <p:spPr>
          <a:xfrm>
            <a:off x="740600" y="1478925"/>
            <a:ext cx="26361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1" name="Google Shape;2061;p20"/>
          <p:cNvSpPr txBox="1"/>
          <p:nvPr>
            <p:ph idx="1" type="subTitle"/>
          </p:nvPr>
        </p:nvSpPr>
        <p:spPr>
          <a:xfrm>
            <a:off x="734975" y="1950000"/>
            <a:ext cx="26361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2" name="Google Shape;2062;p20"/>
          <p:cNvSpPr txBox="1"/>
          <p:nvPr>
            <p:ph idx="2" type="title"/>
          </p:nvPr>
        </p:nvSpPr>
        <p:spPr>
          <a:xfrm>
            <a:off x="5772880" y="1478925"/>
            <a:ext cx="26361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3" name="Google Shape;2063;p20"/>
          <p:cNvSpPr txBox="1"/>
          <p:nvPr>
            <p:ph idx="3" type="subTitle"/>
          </p:nvPr>
        </p:nvSpPr>
        <p:spPr>
          <a:xfrm>
            <a:off x="5767272" y="1950000"/>
            <a:ext cx="26361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4" name="Google Shape;2064;p20"/>
          <p:cNvSpPr txBox="1"/>
          <p:nvPr>
            <p:ph idx="4" type="title"/>
          </p:nvPr>
        </p:nvSpPr>
        <p:spPr>
          <a:xfrm>
            <a:off x="740600" y="2964700"/>
            <a:ext cx="26361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5" name="Google Shape;2065;p20"/>
          <p:cNvSpPr txBox="1"/>
          <p:nvPr>
            <p:ph idx="5" type="subTitle"/>
          </p:nvPr>
        </p:nvSpPr>
        <p:spPr>
          <a:xfrm>
            <a:off x="734975" y="3429775"/>
            <a:ext cx="26361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66" name="Google Shape;2066;p20"/>
          <p:cNvGrpSpPr/>
          <p:nvPr/>
        </p:nvGrpSpPr>
        <p:grpSpPr>
          <a:xfrm>
            <a:off x="8317110" y="665022"/>
            <a:ext cx="699069" cy="430463"/>
            <a:chOff x="9014981" y="3506433"/>
            <a:chExt cx="1291702" cy="795386"/>
          </a:xfrm>
        </p:grpSpPr>
        <p:sp>
          <p:nvSpPr>
            <p:cNvPr id="2067" name="Google Shape;2067;p20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0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0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0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0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0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0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0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0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6" name="Google Shape;2076;p20"/>
          <p:cNvGrpSpPr/>
          <p:nvPr/>
        </p:nvGrpSpPr>
        <p:grpSpPr>
          <a:xfrm>
            <a:off x="7704303" y="4450464"/>
            <a:ext cx="699078" cy="514365"/>
            <a:chOff x="4684413" y="1913343"/>
            <a:chExt cx="448098" cy="329700"/>
          </a:xfrm>
        </p:grpSpPr>
        <p:sp>
          <p:nvSpPr>
            <p:cNvPr id="2077" name="Google Shape;2077;p20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0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9" name="Google Shape;2079;p20"/>
          <p:cNvSpPr/>
          <p:nvPr/>
        </p:nvSpPr>
        <p:spPr>
          <a:xfrm>
            <a:off x="130427" y="2486024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20"/>
          <p:cNvSpPr txBox="1"/>
          <p:nvPr>
            <p:ph idx="6" type="title"/>
          </p:nvPr>
        </p:nvSpPr>
        <p:spPr>
          <a:xfrm>
            <a:off x="5772885" y="2964700"/>
            <a:ext cx="26361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81" name="Google Shape;2081;p20"/>
          <p:cNvSpPr txBox="1"/>
          <p:nvPr>
            <p:ph idx="7" type="subTitle"/>
          </p:nvPr>
        </p:nvSpPr>
        <p:spPr>
          <a:xfrm>
            <a:off x="5767272" y="3429775"/>
            <a:ext cx="26361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2" name="Google Shape;2082;p20"/>
          <p:cNvSpPr txBox="1"/>
          <p:nvPr>
            <p:ph idx="8" type="title"/>
          </p:nvPr>
        </p:nvSpPr>
        <p:spPr>
          <a:xfrm>
            <a:off x="720000" y="59436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4" name="Google Shape;2084;p21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2085" name="Google Shape;2085;p21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6" name="Google Shape;2086;p21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7" name="Google Shape;2087;p21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8" name="Google Shape;2088;p21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9" name="Google Shape;2089;p21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0" name="Google Shape;2090;p21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1" name="Google Shape;2091;p21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2" name="Google Shape;2092;p21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3" name="Google Shape;2093;p21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4" name="Google Shape;2094;p21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5" name="Google Shape;2095;p21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6" name="Google Shape;2096;p21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7" name="Google Shape;2097;p21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8" name="Google Shape;2098;p21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9" name="Google Shape;2099;p21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0" name="Google Shape;2100;p21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1" name="Google Shape;2101;p21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2" name="Google Shape;2102;p21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3" name="Google Shape;2103;p21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4" name="Google Shape;2104;p21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5" name="Google Shape;2105;p21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6" name="Google Shape;2106;p21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7" name="Google Shape;2107;p21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8" name="Google Shape;2108;p21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9" name="Google Shape;2109;p21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0" name="Google Shape;2110;p21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1" name="Google Shape;2111;p21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2" name="Google Shape;2112;p21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3" name="Google Shape;2113;p21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4" name="Google Shape;2114;p21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5" name="Google Shape;2115;p21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6" name="Google Shape;2116;p21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7" name="Google Shape;2117;p21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8" name="Google Shape;2118;p21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9" name="Google Shape;2119;p21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0" name="Google Shape;2120;p21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1" name="Google Shape;2121;p21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2" name="Google Shape;2122;p21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3" name="Google Shape;2123;p21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4" name="Google Shape;2124;p21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5" name="Google Shape;2125;p21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6" name="Google Shape;2126;p21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7" name="Google Shape;2127;p21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8" name="Google Shape;2128;p21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9" name="Google Shape;2129;p21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0" name="Google Shape;2130;p21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1" name="Google Shape;2131;p21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2" name="Google Shape;2132;p21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3" name="Google Shape;2133;p21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4" name="Google Shape;2134;p21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5" name="Google Shape;2135;p21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6" name="Google Shape;2136;p21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7" name="Google Shape;2137;p21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8" name="Google Shape;2138;p21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9" name="Google Shape;2139;p21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0" name="Google Shape;2140;p21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1" name="Google Shape;2141;p21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2" name="Google Shape;2142;p21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3" name="Google Shape;2143;p21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4" name="Google Shape;2144;p21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5" name="Google Shape;2145;p21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6" name="Google Shape;2146;p21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7" name="Google Shape;2147;p21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8" name="Google Shape;2148;p21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9" name="Google Shape;2149;p21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0" name="Google Shape;2150;p21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1" name="Google Shape;2151;p21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2" name="Google Shape;2152;p21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3" name="Google Shape;2153;p21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54" name="Google Shape;2154;p21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155" name="Google Shape;2155;p21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6" name="Google Shape;2156;p21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7" name="Google Shape;2157;p21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1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9" name="Google Shape;2159;p21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160" name="Google Shape;2160;p21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21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21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21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21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21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21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67" name="Google Shape;2167;p21"/>
          <p:cNvSpPr txBox="1"/>
          <p:nvPr>
            <p:ph type="title"/>
          </p:nvPr>
        </p:nvSpPr>
        <p:spPr>
          <a:xfrm>
            <a:off x="1804175" y="1241188"/>
            <a:ext cx="22968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68" name="Google Shape;2168;p21"/>
          <p:cNvSpPr txBox="1"/>
          <p:nvPr>
            <p:ph idx="1" type="subTitle"/>
          </p:nvPr>
        </p:nvSpPr>
        <p:spPr>
          <a:xfrm>
            <a:off x="1804175" y="1704038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9" name="Google Shape;2169;p21"/>
          <p:cNvSpPr txBox="1"/>
          <p:nvPr>
            <p:ph idx="2" type="title"/>
          </p:nvPr>
        </p:nvSpPr>
        <p:spPr>
          <a:xfrm>
            <a:off x="1804175" y="2389438"/>
            <a:ext cx="2296800" cy="44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0" name="Google Shape;2170;p21"/>
          <p:cNvSpPr txBox="1"/>
          <p:nvPr>
            <p:ph idx="3" type="subTitle"/>
          </p:nvPr>
        </p:nvSpPr>
        <p:spPr>
          <a:xfrm>
            <a:off x="1804175" y="2853619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1" name="Google Shape;2171;p21"/>
          <p:cNvSpPr txBox="1"/>
          <p:nvPr>
            <p:ph idx="4" type="title"/>
          </p:nvPr>
        </p:nvSpPr>
        <p:spPr>
          <a:xfrm>
            <a:off x="1804175" y="3531050"/>
            <a:ext cx="2296800" cy="44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2" name="Google Shape;2172;p21"/>
          <p:cNvSpPr txBox="1"/>
          <p:nvPr>
            <p:ph idx="5" type="subTitle"/>
          </p:nvPr>
        </p:nvSpPr>
        <p:spPr>
          <a:xfrm>
            <a:off x="1804175" y="3994413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3" name="Google Shape;2173;p21"/>
          <p:cNvSpPr txBox="1"/>
          <p:nvPr>
            <p:ph idx="6" type="title"/>
          </p:nvPr>
        </p:nvSpPr>
        <p:spPr>
          <a:xfrm>
            <a:off x="5495075" y="1241188"/>
            <a:ext cx="2296800" cy="446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4" name="Google Shape;2174;p21"/>
          <p:cNvSpPr txBox="1"/>
          <p:nvPr>
            <p:ph idx="7" type="subTitle"/>
          </p:nvPr>
        </p:nvSpPr>
        <p:spPr>
          <a:xfrm>
            <a:off x="5495025" y="1704038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5" name="Google Shape;2175;p21"/>
          <p:cNvSpPr txBox="1"/>
          <p:nvPr>
            <p:ph idx="8" type="title"/>
          </p:nvPr>
        </p:nvSpPr>
        <p:spPr>
          <a:xfrm>
            <a:off x="5495075" y="2389925"/>
            <a:ext cx="2296800" cy="44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6" name="Google Shape;2176;p21"/>
          <p:cNvSpPr txBox="1"/>
          <p:nvPr>
            <p:ph idx="9" type="subTitle"/>
          </p:nvPr>
        </p:nvSpPr>
        <p:spPr>
          <a:xfrm>
            <a:off x="5495025" y="2853619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7" name="Google Shape;2177;p21"/>
          <p:cNvSpPr txBox="1"/>
          <p:nvPr>
            <p:ph idx="13" type="title"/>
          </p:nvPr>
        </p:nvSpPr>
        <p:spPr>
          <a:xfrm>
            <a:off x="5495075" y="3534582"/>
            <a:ext cx="2296800" cy="44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7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8" name="Google Shape;2178;p21"/>
          <p:cNvSpPr txBox="1"/>
          <p:nvPr>
            <p:ph idx="14" type="subTitle"/>
          </p:nvPr>
        </p:nvSpPr>
        <p:spPr>
          <a:xfrm>
            <a:off x="5495025" y="3994413"/>
            <a:ext cx="2296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9" name="Google Shape;2179;p21"/>
          <p:cNvSpPr txBox="1"/>
          <p:nvPr>
            <p:ph idx="15" type="title"/>
          </p:nvPr>
        </p:nvSpPr>
        <p:spPr>
          <a:xfrm>
            <a:off x="720000" y="594360"/>
            <a:ext cx="7704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80" name="Google Shape;2180;p21"/>
          <p:cNvGrpSpPr/>
          <p:nvPr/>
        </p:nvGrpSpPr>
        <p:grpSpPr>
          <a:xfrm>
            <a:off x="-114626" y="2603632"/>
            <a:ext cx="777347" cy="478663"/>
            <a:chOff x="9014981" y="3506433"/>
            <a:chExt cx="1291702" cy="795386"/>
          </a:xfrm>
        </p:grpSpPr>
        <p:sp>
          <p:nvSpPr>
            <p:cNvPr id="2181" name="Google Shape;2181;p21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1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1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1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1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1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1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1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1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0" name="Google Shape;2190;p21"/>
          <p:cNvGrpSpPr/>
          <p:nvPr/>
        </p:nvGrpSpPr>
        <p:grpSpPr>
          <a:xfrm>
            <a:off x="8539978" y="731464"/>
            <a:ext cx="699078" cy="514365"/>
            <a:chOff x="4684413" y="1913343"/>
            <a:chExt cx="448098" cy="329700"/>
          </a:xfrm>
        </p:grpSpPr>
        <p:sp>
          <p:nvSpPr>
            <p:cNvPr id="2191" name="Google Shape;2191;p21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1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3" name="Google Shape;2193;p21"/>
          <p:cNvSpPr/>
          <p:nvPr/>
        </p:nvSpPr>
        <p:spPr>
          <a:xfrm>
            <a:off x="8729915" y="4135962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5" name="Google Shape;2195;p22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2196" name="Google Shape;2196;p22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7" name="Google Shape;2197;p22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8" name="Google Shape;2198;p22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9" name="Google Shape;2199;p22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0" name="Google Shape;2200;p22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1" name="Google Shape;2201;p22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2" name="Google Shape;2202;p22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3" name="Google Shape;2203;p22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4" name="Google Shape;2204;p22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5" name="Google Shape;2205;p22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6" name="Google Shape;2206;p22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7" name="Google Shape;2207;p22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8" name="Google Shape;2208;p22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9" name="Google Shape;2209;p22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0" name="Google Shape;2210;p22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1" name="Google Shape;2211;p22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2" name="Google Shape;2212;p22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3" name="Google Shape;2213;p22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4" name="Google Shape;2214;p22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5" name="Google Shape;2215;p22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6" name="Google Shape;2216;p22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7" name="Google Shape;2217;p22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8" name="Google Shape;2218;p22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9" name="Google Shape;2219;p22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0" name="Google Shape;2220;p22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1" name="Google Shape;2221;p22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2" name="Google Shape;2222;p22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3" name="Google Shape;2223;p22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4" name="Google Shape;2224;p22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5" name="Google Shape;2225;p22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6" name="Google Shape;2226;p22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7" name="Google Shape;2227;p22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8" name="Google Shape;2228;p22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9" name="Google Shape;2229;p22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0" name="Google Shape;2230;p22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1" name="Google Shape;2231;p22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2" name="Google Shape;2232;p22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3" name="Google Shape;2233;p22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4" name="Google Shape;2234;p22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5" name="Google Shape;2235;p22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6" name="Google Shape;2236;p22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7" name="Google Shape;2237;p22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8" name="Google Shape;2238;p22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9" name="Google Shape;2239;p22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0" name="Google Shape;2240;p22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1" name="Google Shape;2241;p22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2" name="Google Shape;2242;p22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3" name="Google Shape;2243;p22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4" name="Google Shape;2244;p22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5" name="Google Shape;2245;p22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6" name="Google Shape;2246;p22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7" name="Google Shape;2247;p22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8" name="Google Shape;2248;p22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9" name="Google Shape;2249;p22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0" name="Google Shape;2250;p22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1" name="Google Shape;2251;p22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2" name="Google Shape;2252;p22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3" name="Google Shape;2253;p22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4" name="Google Shape;2254;p22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5" name="Google Shape;2255;p22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6" name="Google Shape;2256;p22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7" name="Google Shape;2257;p22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8" name="Google Shape;2258;p22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9" name="Google Shape;2259;p22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0" name="Google Shape;2260;p22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1" name="Google Shape;2261;p22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2" name="Google Shape;2262;p22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3" name="Google Shape;2263;p22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4" name="Google Shape;2264;p22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65" name="Google Shape;2265;p22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266" name="Google Shape;2266;p22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67" name="Google Shape;2267;p22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8" name="Google Shape;2268;p22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2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0" name="Google Shape;2270;p22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271" name="Google Shape;2271;p22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22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22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2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2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2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2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8" name="Google Shape;2278;p22"/>
          <p:cNvGrpSpPr/>
          <p:nvPr/>
        </p:nvGrpSpPr>
        <p:grpSpPr>
          <a:xfrm>
            <a:off x="416531" y="1366457"/>
            <a:ext cx="2088068" cy="3272416"/>
            <a:chOff x="6424521" y="147909"/>
            <a:chExt cx="627160" cy="982855"/>
          </a:xfrm>
        </p:grpSpPr>
        <p:sp>
          <p:nvSpPr>
            <p:cNvPr id="2279" name="Google Shape;2279;p22"/>
            <p:cNvSpPr/>
            <p:nvPr/>
          </p:nvSpPr>
          <p:spPr>
            <a:xfrm>
              <a:off x="6991178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2"/>
            <p:cNvSpPr/>
            <p:nvPr/>
          </p:nvSpPr>
          <p:spPr>
            <a:xfrm>
              <a:off x="702138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2"/>
            <p:cNvSpPr/>
            <p:nvPr/>
          </p:nvSpPr>
          <p:spPr>
            <a:xfrm>
              <a:off x="6991178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2"/>
            <p:cNvSpPr/>
            <p:nvPr/>
          </p:nvSpPr>
          <p:spPr>
            <a:xfrm>
              <a:off x="702138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2"/>
            <p:cNvSpPr/>
            <p:nvPr/>
          </p:nvSpPr>
          <p:spPr>
            <a:xfrm>
              <a:off x="6991178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2"/>
            <p:cNvSpPr/>
            <p:nvPr/>
          </p:nvSpPr>
          <p:spPr>
            <a:xfrm>
              <a:off x="702138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2"/>
            <p:cNvSpPr/>
            <p:nvPr/>
          </p:nvSpPr>
          <p:spPr>
            <a:xfrm>
              <a:off x="6991178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2"/>
            <p:cNvSpPr/>
            <p:nvPr/>
          </p:nvSpPr>
          <p:spPr>
            <a:xfrm>
              <a:off x="702138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1" y="716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2"/>
            <p:cNvSpPr/>
            <p:nvPr/>
          </p:nvSpPr>
          <p:spPr>
            <a:xfrm>
              <a:off x="6991178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2"/>
            <p:cNvSpPr/>
            <p:nvPr/>
          </p:nvSpPr>
          <p:spPr>
            <a:xfrm>
              <a:off x="702138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2"/>
            <p:cNvSpPr/>
            <p:nvPr/>
          </p:nvSpPr>
          <p:spPr>
            <a:xfrm>
              <a:off x="6991178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2"/>
            <p:cNvSpPr/>
            <p:nvPr/>
          </p:nvSpPr>
          <p:spPr>
            <a:xfrm>
              <a:off x="702138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2"/>
            <p:cNvSpPr/>
            <p:nvPr/>
          </p:nvSpPr>
          <p:spPr>
            <a:xfrm>
              <a:off x="6802348" y="178118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2"/>
            <p:cNvSpPr/>
            <p:nvPr/>
          </p:nvSpPr>
          <p:spPr>
            <a:xfrm>
              <a:off x="6832557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2"/>
            <p:cNvSpPr/>
            <p:nvPr/>
          </p:nvSpPr>
          <p:spPr>
            <a:xfrm>
              <a:off x="6802348" y="36248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2"/>
            <p:cNvSpPr/>
            <p:nvPr/>
          </p:nvSpPr>
          <p:spPr>
            <a:xfrm>
              <a:off x="6832557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2"/>
            <p:cNvSpPr/>
            <p:nvPr/>
          </p:nvSpPr>
          <p:spPr>
            <a:xfrm>
              <a:off x="6802348" y="54685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2"/>
            <p:cNvSpPr/>
            <p:nvPr/>
          </p:nvSpPr>
          <p:spPr>
            <a:xfrm>
              <a:off x="6832557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2"/>
            <p:cNvSpPr/>
            <p:nvPr/>
          </p:nvSpPr>
          <p:spPr>
            <a:xfrm>
              <a:off x="6802348" y="731647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2"/>
            <p:cNvSpPr/>
            <p:nvPr/>
          </p:nvSpPr>
          <p:spPr>
            <a:xfrm>
              <a:off x="6832557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2"/>
            <p:cNvSpPr/>
            <p:nvPr/>
          </p:nvSpPr>
          <p:spPr>
            <a:xfrm>
              <a:off x="6802348" y="916100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2"/>
            <p:cNvSpPr/>
            <p:nvPr/>
          </p:nvSpPr>
          <p:spPr>
            <a:xfrm>
              <a:off x="6832557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2"/>
            <p:cNvSpPr/>
            <p:nvPr/>
          </p:nvSpPr>
          <p:spPr>
            <a:xfrm>
              <a:off x="6802348" y="1100469"/>
              <a:ext cx="60251" cy="84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2"/>
            <p:cNvSpPr/>
            <p:nvPr/>
          </p:nvSpPr>
          <p:spPr>
            <a:xfrm>
              <a:off x="6832557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2"/>
            <p:cNvSpPr/>
            <p:nvPr/>
          </p:nvSpPr>
          <p:spPr>
            <a:xfrm>
              <a:off x="6613266" y="178118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2"/>
            <p:cNvSpPr/>
            <p:nvPr/>
          </p:nvSpPr>
          <p:spPr>
            <a:xfrm>
              <a:off x="6643476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2"/>
            <p:cNvSpPr/>
            <p:nvPr/>
          </p:nvSpPr>
          <p:spPr>
            <a:xfrm>
              <a:off x="6613266" y="36248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2"/>
            <p:cNvSpPr/>
            <p:nvPr/>
          </p:nvSpPr>
          <p:spPr>
            <a:xfrm>
              <a:off x="6643476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2"/>
            <p:cNvSpPr/>
            <p:nvPr/>
          </p:nvSpPr>
          <p:spPr>
            <a:xfrm>
              <a:off x="6613266" y="54685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2"/>
            <p:cNvSpPr/>
            <p:nvPr/>
          </p:nvSpPr>
          <p:spPr>
            <a:xfrm>
              <a:off x="6643476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2"/>
            <p:cNvSpPr/>
            <p:nvPr/>
          </p:nvSpPr>
          <p:spPr>
            <a:xfrm>
              <a:off x="6613266" y="731647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2"/>
            <p:cNvSpPr/>
            <p:nvPr/>
          </p:nvSpPr>
          <p:spPr>
            <a:xfrm>
              <a:off x="6643476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2"/>
            <p:cNvSpPr/>
            <p:nvPr/>
          </p:nvSpPr>
          <p:spPr>
            <a:xfrm>
              <a:off x="6613266" y="916100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2"/>
            <p:cNvSpPr/>
            <p:nvPr/>
          </p:nvSpPr>
          <p:spPr>
            <a:xfrm>
              <a:off x="6643476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2"/>
            <p:cNvSpPr/>
            <p:nvPr/>
          </p:nvSpPr>
          <p:spPr>
            <a:xfrm>
              <a:off x="6613266" y="1100469"/>
              <a:ext cx="60504" cy="84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2"/>
            <p:cNvSpPr/>
            <p:nvPr/>
          </p:nvSpPr>
          <p:spPr>
            <a:xfrm>
              <a:off x="6643476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2"/>
            <p:cNvSpPr/>
            <p:nvPr/>
          </p:nvSpPr>
          <p:spPr>
            <a:xfrm>
              <a:off x="6424521" y="178118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2"/>
            <p:cNvSpPr/>
            <p:nvPr/>
          </p:nvSpPr>
          <p:spPr>
            <a:xfrm>
              <a:off x="6454394" y="147909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2"/>
            <p:cNvSpPr/>
            <p:nvPr/>
          </p:nvSpPr>
          <p:spPr>
            <a:xfrm>
              <a:off x="6424521" y="36248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2"/>
            <p:cNvSpPr/>
            <p:nvPr/>
          </p:nvSpPr>
          <p:spPr>
            <a:xfrm>
              <a:off x="6454394" y="332278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2"/>
            <p:cNvSpPr/>
            <p:nvPr/>
          </p:nvSpPr>
          <p:spPr>
            <a:xfrm>
              <a:off x="6424521" y="54685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2"/>
            <p:cNvSpPr/>
            <p:nvPr/>
          </p:nvSpPr>
          <p:spPr>
            <a:xfrm>
              <a:off x="6454394" y="516900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2"/>
            <p:cNvSpPr/>
            <p:nvPr/>
          </p:nvSpPr>
          <p:spPr>
            <a:xfrm>
              <a:off x="6424521" y="731647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2"/>
            <p:cNvSpPr/>
            <p:nvPr/>
          </p:nvSpPr>
          <p:spPr>
            <a:xfrm>
              <a:off x="6454394" y="701269"/>
              <a:ext cx="84" cy="60336"/>
            </a:xfrm>
            <a:custGeom>
              <a:rect b="b" l="l" r="r" t="t"/>
              <a:pathLst>
                <a:path extrusionOk="0" fill="none" h="717" w="1">
                  <a:moveTo>
                    <a:pt x="0" y="716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2"/>
            <p:cNvSpPr/>
            <p:nvPr/>
          </p:nvSpPr>
          <p:spPr>
            <a:xfrm>
              <a:off x="6424521" y="916100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2"/>
            <p:cNvSpPr/>
            <p:nvPr/>
          </p:nvSpPr>
          <p:spPr>
            <a:xfrm>
              <a:off x="6454394" y="885891"/>
              <a:ext cx="84" cy="60251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2"/>
            <p:cNvSpPr/>
            <p:nvPr/>
          </p:nvSpPr>
          <p:spPr>
            <a:xfrm>
              <a:off x="6424521" y="1100469"/>
              <a:ext cx="60167" cy="84"/>
            </a:xfrm>
            <a:custGeom>
              <a:rect b="b" l="l" r="r" t="t"/>
              <a:pathLst>
                <a:path extrusionOk="0" fill="none" h="1" w="715">
                  <a:moveTo>
                    <a:pt x="714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2"/>
            <p:cNvSpPr/>
            <p:nvPr/>
          </p:nvSpPr>
          <p:spPr>
            <a:xfrm>
              <a:off x="6454394" y="1070260"/>
              <a:ext cx="84" cy="60504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7" name="Google Shape;2327;p22"/>
          <p:cNvGrpSpPr/>
          <p:nvPr/>
        </p:nvGrpSpPr>
        <p:grpSpPr>
          <a:xfrm>
            <a:off x="105988" y="1895172"/>
            <a:ext cx="1160786" cy="1353165"/>
            <a:chOff x="71725" y="2151904"/>
            <a:chExt cx="1229255" cy="1432982"/>
          </a:xfrm>
        </p:grpSpPr>
        <p:sp>
          <p:nvSpPr>
            <p:cNvPr id="2328" name="Google Shape;2328;p22"/>
            <p:cNvSpPr/>
            <p:nvPr/>
          </p:nvSpPr>
          <p:spPr>
            <a:xfrm>
              <a:off x="71725" y="2615226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0" y="1"/>
                  </a:moveTo>
                  <a:lnTo>
                    <a:pt x="0" y="11523"/>
                  </a:lnTo>
                  <a:lnTo>
                    <a:pt x="9099" y="11523"/>
                  </a:lnTo>
                  <a:lnTo>
                    <a:pt x="9099" y="2190"/>
                  </a:lnTo>
                  <a:lnTo>
                    <a:pt x="71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2"/>
            <p:cNvSpPr/>
            <p:nvPr/>
          </p:nvSpPr>
          <p:spPr>
            <a:xfrm>
              <a:off x="675239" y="2615226"/>
              <a:ext cx="162241" cy="184288"/>
            </a:xfrm>
            <a:custGeom>
              <a:rect b="b" l="l" r="r" t="t"/>
              <a:pathLst>
                <a:path extrusionOk="0" h="2190" w="1928">
                  <a:moveTo>
                    <a:pt x="0" y="1"/>
                  </a:moveTo>
                  <a:lnTo>
                    <a:pt x="0" y="2190"/>
                  </a:lnTo>
                  <a:lnTo>
                    <a:pt x="1927" y="21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2"/>
            <p:cNvSpPr/>
            <p:nvPr/>
          </p:nvSpPr>
          <p:spPr>
            <a:xfrm>
              <a:off x="209140" y="2850505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2"/>
            <p:cNvSpPr/>
            <p:nvPr/>
          </p:nvSpPr>
          <p:spPr>
            <a:xfrm>
              <a:off x="209140" y="291210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2"/>
            <p:cNvSpPr/>
            <p:nvPr/>
          </p:nvSpPr>
          <p:spPr>
            <a:xfrm>
              <a:off x="209140" y="2973530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2"/>
            <p:cNvSpPr/>
            <p:nvPr/>
          </p:nvSpPr>
          <p:spPr>
            <a:xfrm>
              <a:off x="209140" y="303487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2"/>
            <p:cNvSpPr/>
            <p:nvPr/>
          </p:nvSpPr>
          <p:spPr>
            <a:xfrm>
              <a:off x="209140" y="309647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2"/>
            <p:cNvSpPr/>
            <p:nvPr/>
          </p:nvSpPr>
          <p:spPr>
            <a:xfrm>
              <a:off x="209140" y="3157899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2"/>
            <p:cNvSpPr/>
            <p:nvPr/>
          </p:nvSpPr>
          <p:spPr>
            <a:xfrm>
              <a:off x="209140" y="3219328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2"/>
            <p:cNvSpPr/>
            <p:nvPr/>
          </p:nvSpPr>
          <p:spPr>
            <a:xfrm>
              <a:off x="209140" y="328092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2"/>
            <p:cNvSpPr/>
            <p:nvPr/>
          </p:nvSpPr>
          <p:spPr>
            <a:xfrm>
              <a:off x="209140" y="334235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2"/>
            <p:cNvSpPr/>
            <p:nvPr/>
          </p:nvSpPr>
          <p:spPr>
            <a:xfrm>
              <a:off x="209140" y="3403697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2"/>
            <p:cNvSpPr/>
            <p:nvPr/>
          </p:nvSpPr>
          <p:spPr>
            <a:xfrm>
              <a:off x="209140" y="346529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2"/>
            <p:cNvSpPr/>
            <p:nvPr/>
          </p:nvSpPr>
          <p:spPr>
            <a:xfrm>
              <a:off x="303470" y="2383649"/>
              <a:ext cx="765765" cy="969492"/>
            </a:xfrm>
            <a:custGeom>
              <a:rect b="b" l="l" r="r" t="t"/>
              <a:pathLst>
                <a:path extrusionOk="0" h="11521" w="9100">
                  <a:moveTo>
                    <a:pt x="1" y="1"/>
                  </a:moveTo>
                  <a:lnTo>
                    <a:pt x="1" y="11520"/>
                  </a:lnTo>
                  <a:lnTo>
                    <a:pt x="9100" y="11520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2"/>
            <p:cNvSpPr/>
            <p:nvPr/>
          </p:nvSpPr>
          <p:spPr>
            <a:xfrm>
              <a:off x="906815" y="2383649"/>
              <a:ext cx="162409" cy="183952"/>
            </a:xfrm>
            <a:custGeom>
              <a:rect b="b" l="l" r="r" t="t"/>
              <a:pathLst>
                <a:path extrusionOk="0" h="2186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2"/>
            <p:cNvSpPr/>
            <p:nvPr/>
          </p:nvSpPr>
          <p:spPr>
            <a:xfrm>
              <a:off x="440885" y="261876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2"/>
            <p:cNvSpPr/>
            <p:nvPr/>
          </p:nvSpPr>
          <p:spPr>
            <a:xfrm>
              <a:off x="440885" y="268018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2"/>
            <p:cNvSpPr/>
            <p:nvPr/>
          </p:nvSpPr>
          <p:spPr>
            <a:xfrm>
              <a:off x="440885" y="2741785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2"/>
            <p:cNvSpPr/>
            <p:nvPr/>
          </p:nvSpPr>
          <p:spPr>
            <a:xfrm>
              <a:off x="440885" y="280312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2"/>
            <p:cNvSpPr/>
            <p:nvPr/>
          </p:nvSpPr>
          <p:spPr>
            <a:xfrm>
              <a:off x="440885" y="286455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2"/>
            <p:cNvSpPr/>
            <p:nvPr/>
          </p:nvSpPr>
          <p:spPr>
            <a:xfrm>
              <a:off x="440885" y="292615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2"/>
            <p:cNvSpPr/>
            <p:nvPr/>
          </p:nvSpPr>
          <p:spPr>
            <a:xfrm>
              <a:off x="440885" y="2987583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2"/>
            <p:cNvSpPr/>
            <p:nvPr/>
          </p:nvSpPr>
          <p:spPr>
            <a:xfrm>
              <a:off x="440885" y="3048927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2"/>
            <p:cNvSpPr/>
            <p:nvPr/>
          </p:nvSpPr>
          <p:spPr>
            <a:xfrm>
              <a:off x="440885" y="311052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2"/>
            <p:cNvSpPr/>
            <p:nvPr/>
          </p:nvSpPr>
          <p:spPr>
            <a:xfrm>
              <a:off x="440885" y="317212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2"/>
            <p:cNvSpPr/>
            <p:nvPr/>
          </p:nvSpPr>
          <p:spPr>
            <a:xfrm>
              <a:off x="440885" y="323354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2"/>
            <p:cNvSpPr/>
            <p:nvPr/>
          </p:nvSpPr>
          <p:spPr>
            <a:xfrm>
              <a:off x="535215" y="2151904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1" y="1"/>
                  </a:moveTo>
                  <a:lnTo>
                    <a:pt x="1" y="11522"/>
                  </a:lnTo>
                  <a:lnTo>
                    <a:pt x="9100" y="11522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2"/>
            <p:cNvSpPr/>
            <p:nvPr/>
          </p:nvSpPr>
          <p:spPr>
            <a:xfrm>
              <a:off x="1138561" y="2151904"/>
              <a:ext cx="162409" cy="183868"/>
            </a:xfrm>
            <a:custGeom>
              <a:rect b="b" l="l" r="r" t="t"/>
              <a:pathLst>
                <a:path extrusionOk="0" h="2185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2"/>
            <p:cNvSpPr/>
            <p:nvPr/>
          </p:nvSpPr>
          <p:spPr>
            <a:xfrm>
              <a:off x="672714" y="238701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2"/>
            <p:cNvSpPr/>
            <p:nvPr/>
          </p:nvSpPr>
          <p:spPr>
            <a:xfrm>
              <a:off x="672714" y="2448359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2"/>
            <p:cNvSpPr/>
            <p:nvPr/>
          </p:nvSpPr>
          <p:spPr>
            <a:xfrm>
              <a:off x="672714" y="250995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2"/>
            <p:cNvSpPr/>
            <p:nvPr/>
          </p:nvSpPr>
          <p:spPr>
            <a:xfrm>
              <a:off x="672714" y="257138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2"/>
            <p:cNvSpPr/>
            <p:nvPr/>
          </p:nvSpPr>
          <p:spPr>
            <a:xfrm>
              <a:off x="672714" y="2632813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2"/>
            <p:cNvSpPr/>
            <p:nvPr/>
          </p:nvSpPr>
          <p:spPr>
            <a:xfrm>
              <a:off x="672714" y="2694578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2"/>
            <p:cNvSpPr/>
            <p:nvPr/>
          </p:nvSpPr>
          <p:spPr>
            <a:xfrm>
              <a:off x="672714" y="275600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2"/>
            <p:cNvSpPr/>
            <p:nvPr/>
          </p:nvSpPr>
          <p:spPr>
            <a:xfrm>
              <a:off x="672714" y="2817182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2"/>
            <p:cNvSpPr/>
            <p:nvPr/>
          </p:nvSpPr>
          <p:spPr>
            <a:xfrm>
              <a:off x="672714" y="2878947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2"/>
            <p:cNvSpPr/>
            <p:nvPr/>
          </p:nvSpPr>
          <p:spPr>
            <a:xfrm>
              <a:off x="672714" y="294037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2"/>
            <p:cNvSpPr/>
            <p:nvPr/>
          </p:nvSpPr>
          <p:spPr>
            <a:xfrm>
              <a:off x="672714" y="300180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7" name="Google Shape;2367;p22"/>
          <p:cNvGrpSpPr/>
          <p:nvPr/>
        </p:nvGrpSpPr>
        <p:grpSpPr>
          <a:xfrm>
            <a:off x="8052315" y="3593022"/>
            <a:ext cx="988023" cy="608391"/>
            <a:chOff x="9014981" y="3506433"/>
            <a:chExt cx="1291702" cy="795386"/>
          </a:xfrm>
        </p:grpSpPr>
        <p:sp>
          <p:nvSpPr>
            <p:cNvPr id="2368" name="Google Shape;2368;p22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2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2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2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2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2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2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2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2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7" name="Google Shape;2377;p22"/>
          <p:cNvSpPr/>
          <p:nvPr/>
        </p:nvSpPr>
        <p:spPr>
          <a:xfrm>
            <a:off x="8721165" y="82893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22"/>
          <p:cNvSpPr txBox="1"/>
          <p:nvPr>
            <p:ph hasCustomPrompt="1" type="title"/>
          </p:nvPr>
        </p:nvSpPr>
        <p:spPr>
          <a:xfrm>
            <a:off x="2154819" y="718300"/>
            <a:ext cx="4836600" cy="76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79" name="Google Shape;2379;p22"/>
          <p:cNvSpPr txBox="1"/>
          <p:nvPr>
            <p:ph idx="1" type="subTitle"/>
          </p:nvPr>
        </p:nvSpPr>
        <p:spPr>
          <a:xfrm>
            <a:off x="2154819" y="1530000"/>
            <a:ext cx="48366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80" name="Google Shape;2380;p22"/>
          <p:cNvSpPr txBox="1"/>
          <p:nvPr>
            <p:ph hasCustomPrompt="1" idx="2" type="title"/>
          </p:nvPr>
        </p:nvSpPr>
        <p:spPr>
          <a:xfrm>
            <a:off x="2154819" y="2054013"/>
            <a:ext cx="4836600" cy="76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1" name="Google Shape;2381;p22"/>
          <p:cNvSpPr txBox="1"/>
          <p:nvPr>
            <p:ph idx="3" type="subTitle"/>
          </p:nvPr>
        </p:nvSpPr>
        <p:spPr>
          <a:xfrm>
            <a:off x="2154819" y="2865713"/>
            <a:ext cx="48366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82" name="Google Shape;2382;p22"/>
          <p:cNvSpPr txBox="1"/>
          <p:nvPr>
            <p:ph hasCustomPrompt="1" idx="4" type="title"/>
          </p:nvPr>
        </p:nvSpPr>
        <p:spPr>
          <a:xfrm>
            <a:off x="2154819" y="3389725"/>
            <a:ext cx="4836600" cy="76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3" name="Google Shape;2383;p22"/>
          <p:cNvSpPr txBox="1"/>
          <p:nvPr>
            <p:ph idx="5" type="subTitle"/>
          </p:nvPr>
        </p:nvSpPr>
        <p:spPr>
          <a:xfrm>
            <a:off x="2154819" y="4201425"/>
            <a:ext cx="48366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5" name="Google Shape;2385;p23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2386" name="Google Shape;2386;p23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7" name="Google Shape;2387;p23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8" name="Google Shape;2388;p23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9" name="Google Shape;2389;p23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0" name="Google Shape;2390;p23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1" name="Google Shape;2391;p23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2" name="Google Shape;2392;p23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3" name="Google Shape;2393;p23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4" name="Google Shape;2394;p23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5" name="Google Shape;2395;p23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6" name="Google Shape;2396;p23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7" name="Google Shape;2397;p23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8" name="Google Shape;2398;p23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9" name="Google Shape;2399;p23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0" name="Google Shape;2400;p23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1" name="Google Shape;2401;p23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2" name="Google Shape;2402;p23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3" name="Google Shape;2403;p23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4" name="Google Shape;2404;p23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5" name="Google Shape;2405;p23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6" name="Google Shape;2406;p23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7" name="Google Shape;2407;p23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8" name="Google Shape;2408;p23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9" name="Google Shape;2409;p23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0" name="Google Shape;2410;p23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1" name="Google Shape;2411;p23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2" name="Google Shape;2412;p23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3" name="Google Shape;2413;p23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4" name="Google Shape;2414;p23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5" name="Google Shape;2415;p23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6" name="Google Shape;2416;p23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7" name="Google Shape;2417;p23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8" name="Google Shape;2418;p23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9" name="Google Shape;2419;p23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0" name="Google Shape;2420;p23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1" name="Google Shape;2421;p23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2" name="Google Shape;2422;p23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3" name="Google Shape;2423;p23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4" name="Google Shape;2424;p23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5" name="Google Shape;2425;p23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6" name="Google Shape;2426;p23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7" name="Google Shape;2427;p23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8" name="Google Shape;2428;p23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9" name="Google Shape;2429;p23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0" name="Google Shape;2430;p23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1" name="Google Shape;2431;p23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2" name="Google Shape;2432;p23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3" name="Google Shape;2433;p23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4" name="Google Shape;2434;p23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5" name="Google Shape;2435;p23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6" name="Google Shape;2436;p23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7" name="Google Shape;2437;p23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8" name="Google Shape;2438;p23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9" name="Google Shape;2439;p23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0" name="Google Shape;2440;p23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1" name="Google Shape;2441;p23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2" name="Google Shape;2442;p23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3" name="Google Shape;2443;p23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4" name="Google Shape;2444;p23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5" name="Google Shape;2445;p23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6" name="Google Shape;2446;p23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7" name="Google Shape;2447;p23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8" name="Google Shape;2448;p23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9" name="Google Shape;2449;p23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0" name="Google Shape;2450;p23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1" name="Google Shape;2451;p23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2" name="Google Shape;2452;p23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3" name="Google Shape;2453;p23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4" name="Google Shape;2454;p23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55" name="Google Shape;2455;p23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456" name="Google Shape;2456;p23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7" name="Google Shape;2457;p23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58" name="Google Shape;2458;p23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3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60" name="Google Shape;2460;p23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461" name="Google Shape;2461;p23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23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23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23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23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23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23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68" name="Google Shape;2468;p23"/>
          <p:cNvGrpSpPr/>
          <p:nvPr/>
        </p:nvGrpSpPr>
        <p:grpSpPr>
          <a:xfrm>
            <a:off x="407382" y="686981"/>
            <a:ext cx="1429163" cy="3911610"/>
            <a:chOff x="407382" y="686981"/>
            <a:chExt cx="1429163" cy="3911610"/>
          </a:xfrm>
        </p:grpSpPr>
        <p:grpSp>
          <p:nvGrpSpPr>
            <p:cNvPr id="2469" name="Google Shape;2469;p23"/>
            <p:cNvGrpSpPr/>
            <p:nvPr/>
          </p:nvGrpSpPr>
          <p:grpSpPr>
            <a:xfrm>
              <a:off x="407382" y="686981"/>
              <a:ext cx="1429163" cy="2088068"/>
              <a:chOff x="-1349718" y="750881"/>
              <a:chExt cx="1429163" cy="2088068"/>
            </a:xfrm>
          </p:grpSpPr>
          <p:sp>
            <p:nvSpPr>
              <p:cNvPr id="2470" name="Google Shape;2470;p23"/>
              <p:cNvSpPr/>
              <p:nvPr/>
            </p:nvSpPr>
            <p:spPr>
              <a:xfrm rot="-5400000">
                <a:off x="-1349718" y="851462"/>
                <a:ext cx="201442" cy="280"/>
              </a:xfrm>
              <a:custGeom>
                <a:rect b="b" l="l" r="r" t="t"/>
                <a:pathLst>
                  <a:path extrusionOk="0" fill="none" h="1" w="719">
                    <a:moveTo>
                      <a:pt x="719" y="0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23"/>
              <p:cNvSpPr/>
              <p:nvPr/>
            </p:nvSpPr>
            <p:spPr>
              <a:xfrm rot="-5400000">
                <a:off x="-1249555" y="751300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1" y="716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23"/>
              <p:cNvSpPr/>
              <p:nvPr/>
            </p:nvSpPr>
            <p:spPr>
              <a:xfrm rot="-5400000">
                <a:off x="-735860" y="851462"/>
                <a:ext cx="201442" cy="280"/>
              </a:xfrm>
              <a:custGeom>
                <a:rect b="b" l="l" r="r" t="t"/>
                <a:pathLst>
                  <a:path extrusionOk="0" fill="none" h="1" w="719">
                    <a:moveTo>
                      <a:pt x="719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23"/>
              <p:cNvSpPr/>
              <p:nvPr/>
            </p:nvSpPr>
            <p:spPr>
              <a:xfrm rot="-5400000">
                <a:off x="-635277" y="750880"/>
                <a:ext cx="280" cy="201448"/>
              </a:xfrm>
              <a:custGeom>
                <a:rect b="b" l="l" r="r" t="t"/>
                <a:pathLst>
                  <a:path extrusionOk="0" fill="none" h="719" w="1">
                    <a:moveTo>
                      <a:pt x="1" y="719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23"/>
              <p:cNvSpPr/>
              <p:nvPr/>
            </p:nvSpPr>
            <p:spPr>
              <a:xfrm rot="-5400000">
                <a:off x="-122003" y="851462"/>
                <a:ext cx="201442" cy="280"/>
              </a:xfrm>
              <a:custGeom>
                <a:rect b="b" l="l" r="r" t="t"/>
                <a:pathLst>
                  <a:path extrusionOk="0" fill="none" h="1" w="719">
                    <a:moveTo>
                      <a:pt x="719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23"/>
              <p:cNvSpPr/>
              <p:nvPr/>
            </p:nvSpPr>
            <p:spPr>
              <a:xfrm rot="-5400000">
                <a:off x="-20999" y="751300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1" y="716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23"/>
              <p:cNvSpPr/>
              <p:nvPr/>
            </p:nvSpPr>
            <p:spPr>
              <a:xfrm rot="-5400000">
                <a:off x="-1349297" y="1480571"/>
                <a:ext cx="200602" cy="280"/>
              </a:xfrm>
              <a:custGeom>
                <a:rect b="b" l="l" r="r" t="t"/>
                <a:pathLst>
                  <a:path extrusionOk="0" fill="none" h="1" w="716">
                    <a:moveTo>
                      <a:pt x="716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23"/>
              <p:cNvSpPr/>
              <p:nvPr/>
            </p:nvSpPr>
            <p:spPr>
              <a:xfrm rot="-5400000">
                <a:off x="-1249555" y="1379989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0" y="716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23"/>
              <p:cNvSpPr/>
              <p:nvPr/>
            </p:nvSpPr>
            <p:spPr>
              <a:xfrm rot="-5400000">
                <a:off x="-735440" y="1480571"/>
                <a:ext cx="200602" cy="280"/>
              </a:xfrm>
              <a:custGeom>
                <a:rect b="b" l="l" r="r" t="t"/>
                <a:pathLst>
                  <a:path extrusionOk="0" fill="none" h="1" w="716">
                    <a:moveTo>
                      <a:pt x="716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23"/>
              <p:cNvSpPr/>
              <p:nvPr/>
            </p:nvSpPr>
            <p:spPr>
              <a:xfrm rot="-5400000">
                <a:off x="-635277" y="1379569"/>
                <a:ext cx="280" cy="201448"/>
              </a:xfrm>
              <a:custGeom>
                <a:rect b="b" l="l" r="r" t="t"/>
                <a:pathLst>
                  <a:path extrusionOk="0" fill="none" h="719" w="1">
                    <a:moveTo>
                      <a:pt x="0" y="719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23"/>
              <p:cNvSpPr/>
              <p:nvPr/>
            </p:nvSpPr>
            <p:spPr>
              <a:xfrm rot="-5400000">
                <a:off x="-121582" y="1480571"/>
                <a:ext cx="200602" cy="280"/>
              </a:xfrm>
              <a:custGeom>
                <a:rect b="b" l="l" r="r" t="t"/>
                <a:pathLst>
                  <a:path extrusionOk="0" fill="none" h="1" w="716">
                    <a:moveTo>
                      <a:pt x="716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23"/>
              <p:cNvSpPr/>
              <p:nvPr/>
            </p:nvSpPr>
            <p:spPr>
              <a:xfrm rot="-5400000">
                <a:off x="-20999" y="1379989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0" y="716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23"/>
              <p:cNvSpPr/>
              <p:nvPr/>
            </p:nvSpPr>
            <p:spPr>
              <a:xfrm rot="-5400000">
                <a:off x="-1349718" y="2109679"/>
                <a:ext cx="201442" cy="280"/>
              </a:xfrm>
              <a:custGeom>
                <a:rect b="b" l="l" r="r" t="t"/>
                <a:pathLst>
                  <a:path extrusionOk="0" fill="none" h="1" w="719">
                    <a:moveTo>
                      <a:pt x="718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23"/>
              <p:cNvSpPr/>
              <p:nvPr/>
            </p:nvSpPr>
            <p:spPr>
              <a:xfrm rot="-5400000">
                <a:off x="-1249555" y="2009518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0" y="716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23"/>
              <p:cNvSpPr/>
              <p:nvPr/>
            </p:nvSpPr>
            <p:spPr>
              <a:xfrm rot="-5400000">
                <a:off x="-735860" y="2109679"/>
                <a:ext cx="201442" cy="280"/>
              </a:xfrm>
              <a:custGeom>
                <a:rect b="b" l="l" r="r" t="t"/>
                <a:pathLst>
                  <a:path extrusionOk="0" fill="none" h="1" w="719">
                    <a:moveTo>
                      <a:pt x="718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23"/>
              <p:cNvSpPr/>
              <p:nvPr/>
            </p:nvSpPr>
            <p:spPr>
              <a:xfrm rot="-5400000">
                <a:off x="-635277" y="2009098"/>
                <a:ext cx="280" cy="201448"/>
              </a:xfrm>
              <a:custGeom>
                <a:rect b="b" l="l" r="r" t="t"/>
                <a:pathLst>
                  <a:path extrusionOk="0" fill="none" h="719" w="1">
                    <a:moveTo>
                      <a:pt x="0" y="719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23"/>
              <p:cNvSpPr/>
              <p:nvPr/>
            </p:nvSpPr>
            <p:spPr>
              <a:xfrm rot="-5400000">
                <a:off x="-122003" y="2109679"/>
                <a:ext cx="201442" cy="280"/>
              </a:xfrm>
              <a:custGeom>
                <a:rect b="b" l="l" r="r" t="t"/>
                <a:pathLst>
                  <a:path extrusionOk="0" fill="none" h="1" w="719">
                    <a:moveTo>
                      <a:pt x="718" y="1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23"/>
              <p:cNvSpPr/>
              <p:nvPr/>
            </p:nvSpPr>
            <p:spPr>
              <a:xfrm rot="-5400000">
                <a:off x="-20999" y="2009518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0" y="716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23"/>
              <p:cNvSpPr/>
              <p:nvPr/>
            </p:nvSpPr>
            <p:spPr>
              <a:xfrm rot="-5400000">
                <a:off x="-1349157" y="2738648"/>
                <a:ext cx="200322" cy="280"/>
              </a:xfrm>
              <a:custGeom>
                <a:rect b="b" l="l" r="r" t="t"/>
                <a:pathLst>
                  <a:path extrusionOk="0" fill="none" h="1" w="715">
                    <a:moveTo>
                      <a:pt x="714" y="0"/>
                    </a:moveTo>
                    <a:lnTo>
                      <a:pt x="1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23"/>
              <p:cNvSpPr/>
              <p:nvPr/>
            </p:nvSpPr>
            <p:spPr>
              <a:xfrm rot="-5400000">
                <a:off x="-1249555" y="2639047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0" y="716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23"/>
              <p:cNvSpPr/>
              <p:nvPr/>
            </p:nvSpPr>
            <p:spPr>
              <a:xfrm rot="-5400000">
                <a:off x="-735300" y="2738648"/>
                <a:ext cx="200322" cy="280"/>
              </a:xfrm>
              <a:custGeom>
                <a:rect b="b" l="l" r="r" t="t"/>
                <a:pathLst>
                  <a:path extrusionOk="0" fill="none" h="1" w="715">
                    <a:moveTo>
                      <a:pt x="71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23"/>
              <p:cNvSpPr/>
              <p:nvPr/>
            </p:nvSpPr>
            <p:spPr>
              <a:xfrm rot="-5400000">
                <a:off x="-635277" y="2638627"/>
                <a:ext cx="280" cy="201448"/>
              </a:xfrm>
              <a:custGeom>
                <a:rect b="b" l="l" r="r" t="t"/>
                <a:pathLst>
                  <a:path extrusionOk="0" fill="none" h="719" w="1">
                    <a:moveTo>
                      <a:pt x="0" y="719"/>
                    </a:moveTo>
                    <a:lnTo>
                      <a:pt x="0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23"/>
              <p:cNvSpPr/>
              <p:nvPr/>
            </p:nvSpPr>
            <p:spPr>
              <a:xfrm rot="-5400000">
                <a:off x="-121442" y="2738648"/>
                <a:ext cx="200322" cy="280"/>
              </a:xfrm>
              <a:custGeom>
                <a:rect b="b" l="l" r="r" t="t"/>
                <a:pathLst>
                  <a:path extrusionOk="0" fill="none" h="1" w="715">
                    <a:moveTo>
                      <a:pt x="714" y="1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23"/>
              <p:cNvSpPr/>
              <p:nvPr/>
            </p:nvSpPr>
            <p:spPr>
              <a:xfrm rot="-5400000">
                <a:off x="-20999" y="2639047"/>
                <a:ext cx="280" cy="200607"/>
              </a:xfrm>
              <a:custGeom>
                <a:rect b="b" l="l" r="r" t="t"/>
                <a:pathLst>
                  <a:path extrusionOk="0" fill="none" h="716" w="1">
                    <a:moveTo>
                      <a:pt x="0" y="716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miter lim="231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94" name="Google Shape;2494;p23"/>
            <p:cNvSpPr/>
            <p:nvPr/>
          </p:nvSpPr>
          <p:spPr>
            <a:xfrm rot="-5400000">
              <a:off x="407382" y="3239512"/>
              <a:ext cx="201442" cy="280"/>
            </a:xfrm>
            <a:custGeom>
              <a:rect b="b" l="l" r="r" t="t"/>
              <a:pathLst>
                <a:path extrusionOk="0" fill="none" h="1" w="719">
                  <a:moveTo>
                    <a:pt x="71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3"/>
            <p:cNvSpPr/>
            <p:nvPr/>
          </p:nvSpPr>
          <p:spPr>
            <a:xfrm rot="-5400000">
              <a:off x="507545" y="3139350"/>
              <a:ext cx="280" cy="200607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3"/>
            <p:cNvSpPr/>
            <p:nvPr/>
          </p:nvSpPr>
          <p:spPr>
            <a:xfrm rot="-5400000">
              <a:off x="1021240" y="3239512"/>
              <a:ext cx="201442" cy="280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3"/>
            <p:cNvSpPr/>
            <p:nvPr/>
          </p:nvSpPr>
          <p:spPr>
            <a:xfrm rot="-5400000">
              <a:off x="1121823" y="3138930"/>
              <a:ext cx="280" cy="201448"/>
            </a:xfrm>
            <a:custGeom>
              <a:rect b="b" l="l" r="r" t="t"/>
              <a:pathLst>
                <a:path extrusionOk="0" fill="none" h="719" w="1">
                  <a:moveTo>
                    <a:pt x="1" y="719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3"/>
            <p:cNvSpPr/>
            <p:nvPr/>
          </p:nvSpPr>
          <p:spPr>
            <a:xfrm rot="-5400000">
              <a:off x="1635097" y="3239512"/>
              <a:ext cx="201442" cy="280"/>
            </a:xfrm>
            <a:custGeom>
              <a:rect b="b" l="l" r="r" t="t"/>
              <a:pathLst>
                <a:path extrusionOk="0" fill="none" h="1" w="719">
                  <a:moveTo>
                    <a:pt x="7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3"/>
            <p:cNvSpPr/>
            <p:nvPr/>
          </p:nvSpPr>
          <p:spPr>
            <a:xfrm rot="-5400000">
              <a:off x="1736101" y="3139350"/>
              <a:ext cx="280" cy="200607"/>
            </a:xfrm>
            <a:custGeom>
              <a:rect b="b" l="l" r="r" t="t"/>
              <a:pathLst>
                <a:path extrusionOk="0" fill="none" h="716" w="1">
                  <a:moveTo>
                    <a:pt x="1" y="716"/>
                  </a:moveTo>
                  <a:lnTo>
                    <a:pt x="1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3"/>
            <p:cNvSpPr/>
            <p:nvPr/>
          </p:nvSpPr>
          <p:spPr>
            <a:xfrm rot="-5400000">
              <a:off x="407803" y="3868621"/>
              <a:ext cx="200602" cy="280"/>
            </a:xfrm>
            <a:custGeom>
              <a:rect b="b" l="l" r="r" t="t"/>
              <a:pathLst>
                <a:path extrusionOk="0" fill="none" h="1" w="716">
                  <a:moveTo>
                    <a:pt x="71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3"/>
            <p:cNvSpPr/>
            <p:nvPr/>
          </p:nvSpPr>
          <p:spPr>
            <a:xfrm rot="-5400000">
              <a:off x="507545" y="3768039"/>
              <a:ext cx="280" cy="200607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3"/>
            <p:cNvSpPr/>
            <p:nvPr/>
          </p:nvSpPr>
          <p:spPr>
            <a:xfrm rot="-5400000">
              <a:off x="1021660" y="3868621"/>
              <a:ext cx="200602" cy="280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3"/>
            <p:cNvSpPr/>
            <p:nvPr/>
          </p:nvSpPr>
          <p:spPr>
            <a:xfrm rot="-5400000">
              <a:off x="1121823" y="3767619"/>
              <a:ext cx="280" cy="201448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3"/>
            <p:cNvSpPr/>
            <p:nvPr/>
          </p:nvSpPr>
          <p:spPr>
            <a:xfrm rot="-5400000">
              <a:off x="1635518" y="3868621"/>
              <a:ext cx="200602" cy="280"/>
            </a:xfrm>
            <a:custGeom>
              <a:rect b="b" l="l" r="r" t="t"/>
              <a:pathLst>
                <a:path extrusionOk="0" fill="none" h="1" w="716">
                  <a:moveTo>
                    <a:pt x="716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3"/>
            <p:cNvSpPr/>
            <p:nvPr/>
          </p:nvSpPr>
          <p:spPr>
            <a:xfrm rot="-5400000">
              <a:off x="1736101" y="3768039"/>
              <a:ext cx="280" cy="200607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3"/>
            <p:cNvSpPr/>
            <p:nvPr/>
          </p:nvSpPr>
          <p:spPr>
            <a:xfrm rot="-5400000">
              <a:off x="407382" y="4497729"/>
              <a:ext cx="201442" cy="280"/>
            </a:xfrm>
            <a:custGeom>
              <a:rect b="b" l="l" r="r" t="t"/>
              <a:pathLst>
                <a:path extrusionOk="0" fill="none" h="1" w="719">
                  <a:moveTo>
                    <a:pt x="71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3"/>
            <p:cNvSpPr/>
            <p:nvPr/>
          </p:nvSpPr>
          <p:spPr>
            <a:xfrm rot="-5400000">
              <a:off x="507545" y="4397568"/>
              <a:ext cx="280" cy="200607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3"/>
            <p:cNvSpPr/>
            <p:nvPr/>
          </p:nvSpPr>
          <p:spPr>
            <a:xfrm rot="-5400000">
              <a:off x="1021240" y="4497729"/>
              <a:ext cx="201442" cy="280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3"/>
            <p:cNvSpPr/>
            <p:nvPr/>
          </p:nvSpPr>
          <p:spPr>
            <a:xfrm rot="-5400000">
              <a:off x="1121823" y="4397148"/>
              <a:ext cx="280" cy="201448"/>
            </a:xfrm>
            <a:custGeom>
              <a:rect b="b" l="l" r="r" t="t"/>
              <a:pathLst>
                <a:path extrusionOk="0" fill="none" h="719" w="1">
                  <a:moveTo>
                    <a:pt x="0" y="719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3"/>
            <p:cNvSpPr/>
            <p:nvPr/>
          </p:nvSpPr>
          <p:spPr>
            <a:xfrm rot="-5400000">
              <a:off x="1635097" y="4497729"/>
              <a:ext cx="201442" cy="280"/>
            </a:xfrm>
            <a:custGeom>
              <a:rect b="b" l="l" r="r" t="t"/>
              <a:pathLst>
                <a:path extrusionOk="0" fill="none" h="1" w="719">
                  <a:moveTo>
                    <a:pt x="71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3"/>
            <p:cNvSpPr/>
            <p:nvPr/>
          </p:nvSpPr>
          <p:spPr>
            <a:xfrm rot="-5400000">
              <a:off x="1736101" y="4397568"/>
              <a:ext cx="280" cy="200607"/>
            </a:xfrm>
            <a:custGeom>
              <a:rect b="b" l="l" r="r" t="t"/>
              <a:pathLst>
                <a:path extrusionOk="0" fill="none" h="716" w="1">
                  <a:moveTo>
                    <a:pt x="0" y="716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2" name="Google Shape;2512;p23"/>
          <p:cNvGrpSpPr/>
          <p:nvPr/>
        </p:nvGrpSpPr>
        <p:grpSpPr>
          <a:xfrm>
            <a:off x="407371" y="4084239"/>
            <a:ext cx="699078" cy="514365"/>
            <a:chOff x="4684413" y="1913343"/>
            <a:chExt cx="448098" cy="329700"/>
          </a:xfrm>
        </p:grpSpPr>
        <p:sp>
          <p:nvSpPr>
            <p:cNvPr id="2513" name="Google Shape;2513;p23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3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5" name="Google Shape;2515;p23"/>
          <p:cNvGrpSpPr/>
          <p:nvPr/>
        </p:nvGrpSpPr>
        <p:grpSpPr>
          <a:xfrm>
            <a:off x="8019243" y="676464"/>
            <a:ext cx="699078" cy="514365"/>
            <a:chOff x="4684413" y="1913343"/>
            <a:chExt cx="448098" cy="329700"/>
          </a:xfrm>
        </p:grpSpPr>
        <p:sp>
          <p:nvSpPr>
            <p:cNvPr id="2516" name="Google Shape;2516;p23"/>
            <p:cNvSpPr/>
            <p:nvPr/>
          </p:nvSpPr>
          <p:spPr>
            <a:xfrm>
              <a:off x="4684413" y="191334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0"/>
                  </a:moveTo>
                  <a:cubicBezTo>
                    <a:pt x="80" y="0"/>
                    <a:pt x="1" y="79"/>
                    <a:pt x="1" y="174"/>
                  </a:cubicBezTo>
                  <a:lnTo>
                    <a:pt x="239" y="3917"/>
                  </a:lnTo>
                  <a:lnTo>
                    <a:pt x="4699" y="3917"/>
                  </a:lnTo>
                  <a:lnTo>
                    <a:pt x="4136" y="744"/>
                  </a:lnTo>
                  <a:cubicBezTo>
                    <a:pt x="4108" y="598"/>
                    <a:pt x="3980" y="494"/>
                    <a:pt x="3830" y="494"/>
                  </a:cubicBezTo>
                  <a:lnTo>
                    <a:pt x="2605" y="494"/>
                  </a:lnTo>
                  <a:lnTo>
                    <a:pt x="2605" y="174"/>
                  </a:lnTo>
                  <a:cubicBezTo>
                    <a:pt x="2605" y="79"/>
                    <a:pt x="2526" y="0"/>
                    <a:pt x="2431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3"/>
            <p:cNvSpPr/>
            <p:nvPr/>
          </p:nvSpPr>
          <p:spPr>
            <a:xfrm>
              <a:off x="4709237" y="1996735"/>
              <a:ext cx="423275" cy="246307"/>
            </a:xfrm>
            <a:custGeom>
              <a:rect b="b" l="l" r="r" t="t"/>
              <a:pathLst>
                <a:path extrusionOk="0" h="2927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6"/>
                  </a:lnTo>
                  <a:lnTo>
                    <a:pt x="4459" y="2926"/>
                  </a:lnTo>
                  <a:lnTo>
                    <a:pt x="4987" y="371"/>
                  </a:lnTo>
                  <a:cubicBezTo>
                    <a:pt x="5029" y="179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8" name="Google Shape;2518;p23"/>
          <p:cNvGrpSpPr/>
          <p:nvPr/>
        </p:nvGrpSpPr>
        <p:grpSpPr>
          <a:xfrm>
            <a:off x="7508290" y="3644547"/>
            <a:ext cx="988023" cy="608391"/>
            <a:chOff x="9014981" y="3506433"/>
            <a:chExt cx="1291702" cy="795386"/>
          </a:xfrm>
        </p:grpSpPr>
        <p:sp>
          <p:nvSpPr>
            <p:cNvPr id="2519" name="Google Shape;2519;p23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3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3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3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3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3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3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3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3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8" name="Google Shape;2528;p23"/>
          <p:cNvSpPr/>
          <p:nvPr/>
        </p:nvSpPr>
        <p:spPr>
          <a:xfrm>
            <a:off x="8720665" y="156633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23"/>
          <p:cNvSpPr/>
          <p:nvPr/>
        </p:nvSpPr>
        <p:spPr>
          <a:xfrm>
            <a:off x="8399151" y="4156529"/>
            <a:ext cx="319172" cy="442075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0" name="Google Shape;2530;p23"/>
          <p:cNvGrpSpPr/>
          <p:nvPr/>
        </p:nvGrpSpPr>
        <p:grpSpPr>
          <a:xfrm>
            <a:off x="108438" y="686985"/>
            <a:ext cx="1160786" cy="1353165"/>
            <a:chOff x="71725" y="2151904"/>
            <a:chExt cx="1229255" cy="1432982"/>
          </a:xfrm>
        </p:grpSpPr>
        <p:sp>
          <p:nvSpPr>
            <p:cNvPr id="2531" name="Google Shape;2531;p23"/>
            <p:cNvSpPr/>
            <p:nvPr/>
          </p:nvSpPr>
          <p:spPr>
            <a:xfrm>
              <a:off x="71725" y="2615226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0" y="1"/>
                  </a:moveTo>
                  <a:lnTo>
                    <a:pt x="0" y="11523"/>
                  </a:lnTo>
                  <a:lnTo>
                    <a:pt x="9099" y="11523"/>
                  </a:lnTo>
                  <a:lnTo>
                    <a:pt x="9099" y="2190"/>
                  </a:lnTo>
                  <a:lnTo>
                    <a:pt x="71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3"/>
            <p:cNvSpPr/>
            <p:nvPr/>
          </p:nvSpPr>
          <p:spPr>
            <a:xfrm>
              <a:off x="675239" y="2615226"/>
              <a:ext cx="162241" cy="184288"/>
            </a:xfrm>
            <a:custGeom>
              <a:rect b="b" l="l" r="r" t="t"/>
              <a:pathLst>
                <a:path extrusionOk="0" h="2190" w="1928">
                  <a:moveTo>
                    <a:pt x="0" y="1"/>
                  </a:moveTo>
                  <a:lnTo>
                    <a:pt x="0" y="2190"/>
                  </a:lnTo>
                  <a:lnTo>
                    <a:pt x="1927" y="21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3"/>
            <p:cNvSpPr/>
            <p:nvPr/>
          </p:nvSpPr>
          <p:spPr>
            <a:xfrm>
              <a:off x="209140" y="2850505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3"/>
            <p:cNvSpPr/>
            <p:nvPr/>
          </p:nvSpPr>
          <p:spPr>
            <a:xfrm>
              <a:off x="209140" y="291210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3"/>
            <p:cNvSpPr/>
            <p:nvPr/>
          </p:nvSpPr>
          <p:spPr>
            <a:xfrm>
              <a:off x="209140" y="2973530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3"/>
            <p:cNvSpPr/>
            <p:nvPr/>
          </p:nvSpPr>
          <p:spPr>
            <a:xfrm>
              <a:off x="209140" y="303487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3"/>
            <p:cNvSpPr/>
            <p:nvPr/>
          </p:nvSpPr>
          <p:spPr>
            <a:xfrm>
              <a:off x="209140" y="309647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3"/>
            <p:cNvSpPr/>
            <p:nvPr/>
          </p:nvSpPr>
          <p:spPr>
            <a:xfrm>
              <a:off x="209140" y="3157899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3"/>
            <p:cNvSpPr/>
            <p:nvPr/>
          </p:nvSpPr>
          <p:spPr>
            <a:xfrm>
              <a:off x="209140" y="3219328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3"/>
            <p:cNvSpPr/>
            <p:nvPr/>
          </p:nvSpPr>
          <p:spPr>
            <a:xfrm>
              <a:off x="209140" y="328092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3"/>
            <p:cNvSpPr/>
            <p:nvPr/>
          </p:nvSpPr>
          <p:spPr>
            <a:xfrm>
              <a:off x="209140" y="334235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3"/>
            <p:cNvSpPr/>
            <p:nvPr/>
          </p:nvSpPr>
          <p:spPr>
            <a:xfrm>
              <a:off x="209140" y="3403697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3"/>
            <p:cNvSpPr/>
            <p:nvPr/>
          </p:nvSpPr>
          <p:spPr>
            <a:xfrm>
              <a:off x="209140" y="346529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3"/>
            <p:cNvSpPr/>
            <p:nvPr/>
          </p:nvSpPr>
          <p:spPr>
            <a:xfrm>
              <a:off x="303470" y="2383649"/>
              <a:ext cx="765765" cy="969492"/>
            </a:xfrm>
            <a:custGeom>
              <a:rect b="b" l="l" r="r" t="t"/>
              <a:pathLst>
                <a:path extrusionOk="0" h="11521" w="9100">
                  <a:moveTo>
                    <a:pt x="1" y="1"/>
                  </a:moveTo>
                  <a:lnTo>
                    <a:pt x="1" y="11520"/>
                  </a:lnTo>
                  <a:lnTo>
                    <a:pt x="9100" y="11520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3"/>
            <p:cNvSpPr/>
            <p:nvPr/>
          </p:nvSpPr>
          <p:spPr>
            <a:xfrm>
              <a:off x="906815" y="2383649"/>
              <a:ext cx="162409" cy="183952"/>
            </a:xfrm>
            <a:custGeom>
              <a:rect b="b" l="l" r="r" t="t"/>
              <a:pathLst>
                <a:path extrusionOk="0" h="2186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3"/>
            <p:cNvSpPr/>
            <p:nvPr/>
          </p:nvSpPr>
          <p:spPr>
            <a:xfrm>
              <a:off x="440885" y="261876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3"/>
            <p:cNvSpPr/>
            <p:nvPr/>
          </p:nvSpPr>
          <p:spPr>
            <a:xfrm>
              <a:off x="440885" y="268018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3"/>
            <p:cNvSpPr/>
            <p:nvPr/>
          </p:nvSpPr>
          <p:spPr>
            <a:xfrm>
              <a:off x="440885" y="2741785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3"/>
            <p:cNvSpPr/>
            <p:nvPr/>
          </p:nvSpPr>
          <p:spPr>
            <a:xfrm>
              <a:off x="440885" y="280312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3"/>
            <p:cNvSpPr/>
            <p:nvPr/>
          </p:nvSpPr>
          <p:spPr>
            <a:xfrm>
              <a:off x="440885" y="286455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3"/>
            <p:cNvSpPr/>
            <p:nvPr/>
          </p:nvSpPr>
          <p:spPr>
            <a:xfrm>
              <a:off x="440885" y="292615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3"/>
            <p:cNvSpPr/>
            <p:nvPr/>
          </p:nvSpPr>
          <p:spPr>
            <a:xfrm>
              <a:off x="440885" y="2987583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3"/>
            <p:cNvSpPr/>
            <p:nvPr/>
          </p:nvSpPr>
          <p:spPr>
            <a:xfrm>
              <a:off x="440885" y="3048927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3"/>
            <p:cNvSpPr/>
            <p:nvPr/>
          </p:nvSpPr>
          <p:spPr>
            <a:xfrm>
              <a:off x="440885" y="311052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3"/>
            <p:cNvSpPr/>
            <p:nvPr/>
          </p:nvSpPr>
          <p:spPr>
            <a:xfrm>
              <a:off x="440885" y="317212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3"/>
            <p:cNvSpPr/>
            <p:nvPr/>
          </p:nvSpPr>
          <p:spPr>
            <a:xfrm>
              <a:off x="440885" y="323354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3"/>
            <p:cNvSpPr/>
            <p:nvPr/>
          </p:nvSpPr>
          <p:spPr>
            <a:xfrm>
              <a:off x="535215" y="2151904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1" y="1"/>
                  </a:moveTo>
                  <a:lnTo>
                    <a:pt x="1" y="11522"/>
                  </a:lnTo>
                  <a:lnTo>
                    <a:pt x="9100" y="11522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3"/>
            <p:cNvSpPr/>
            <p:nvPr/>
          </p:nvSpPr>
          <p:spPr>
            <a:xfrm>
              <a:off x="1138561" y="2151904"/>
              <a:ext cx="162409" cy="183868"/>
            </a:xfrm>
            <a:custGeom>
              <a:rect b="b" l="l" r="r" t="t"/>
              <a:pathLst>
                <a:path extrusionOk="0" h="2185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3"/>
            <p:cNvSpPr/>
            <p:nvPr/>
          </p:nvSpPr>
          <p:spPr>
            <a:xfrm>
              <a:off x="672714" y="238701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3"/>
            <p:cNvSpPr/>
            <p:nvPr/>
          </p:nvSpPr>
          <p:spPr>
            <a:xfrm>
              <a:off x="672714" y="2448359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3"/>
            <p:cNvSpPr/>
            <p:nvPr/>
          </p:nvSpPr>
          <p:spPr>
            <a:xfrm>
              <a:off x="672714" y="250995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3"/>
            <p:cNvSpPr/>
            <p:nvPr/>
          </p:nvSpPr>
          <p:spPr>
            <a:xfrm>
              <a:off x="672714" y="257138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3"/>
            <p:cNvSpPr/>
            <p:nvPr/>
          </p:nvSpPr>
          <p:spPr>
            <a:xfrm>
              <a:off x="672714" y="2632813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3"/>
            <p:cNvSpPr/>
            <p:nvPr/>
          </p:nvSpPr>
          <p:spPr>
            <a:xfrm>
              <a:off x="672714" y="2694578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3"/>
            <p:cNvSpPr/>
            <p:nvPr/>
          </p:nvSpPr>
          <p:spPr>
            <a:xfrm>
              <a:off x="672714" y="275600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3"/>
            <p:cNvSpPr/>
            <p:nvPr/>
          </p:nvSpPr>
          <p:spPr>
            <a:xfrm>
              <a:off x="672714" y="2817182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3"/>
            <p:cNvSpPr/>
            <p:nvPr/>
          </p:nvSpPr>
          <p:spPr>
            <a:xfrm>
              <a:off x="672714" y="2878947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3"/>
            <p:cNvSpPr/>
            <p:nvPr/>
          </p:nvSpPr>
          <p:spPr>
            <a:xfrm>
              <a:off x="672714" y="294037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3"/>
            <p:cNvSpPr/>
            <p:nvPr/>
          </p:nvSpPr>
          <p:spPr>
            <a:xfrm>
              <a:off x="672714" y="300180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0" name="Google Shape;2570;p23"/>
          <p:cNvSpPr txBox="1"/>
          <p:nvPr>
            <p:ph type="title"/>
          </p:nvPr>
        </p:nvSpPr>
        <p:spPr>
          <a:xfrm>
            <a:off x="2059900" y="718575"/>
            <a:ext cx="5039700" cy="1725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1" name="Google Shape;2571;p23"/>
          <p:cNvSpPr txBox="1"/>
          <p:nvPr>
            <p:ph idx="1" type="subTitle"/>
          </p:nvPr>
        </p:nvSpPr>
        <p:spPr>
          <a:xfrm>
            <a:off x="2059900" y="2443725"/>
            <a:ext cx="5039700" cy="988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2" name="Google Shape;2572;p23"/>
          <p:cNvSpPr txBox="1"/>
          <p:nvPr/>
        </p:nvSpPr>
        <p:spPr>
          <a:xfrm>
            <a:off x="2708263" y="3408963"/>
            <a:ext cx="37275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highlight>
                <a:srgbClr val="DFDEFC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4" name="Google Shape;2574;p24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2575" name="Google Shape;2575;p24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6" name="Google Shape;2576;p24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7" name="Google Shape;2577;p24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8" name="Google Shape;2578;p24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9" name="Google Shape;2579;p24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0" name="Google Shape;2580;p24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1" name="Google Shape;2581;p24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2" name="Google Shape;2582;p24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3" name="Google Shape;2583;p24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4" name="Google Shape;2584;p24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5" name="Google Shape;2585;p24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6" name="Google Shape;2586;p24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7" name="Google Shape;2587;p24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8" name="Google Shape;2588;p24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9" name="Google Shape;2589;p24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0" name="Google Shape;2590;p24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1" name="Google Shape;2591;p24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2" name="Google Shape;2592;p24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3" name="Google Shape;2593;p24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4" name="Google Shape;2594;p24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5" name="Google Shape;2595;p24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6" name="Google Shape;2596;p24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7" name="Google Shape;2597;p24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8" name="Google Shape;2598;p24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9" name="Google Shape;2599;p24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0" name="Google Shape;2600;p24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1" name="Google Shape;2601;p24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2" name="Google Shape;2602;p24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3" name="Google Shape;2603;p24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4" name="Google Shape;2604;p24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5" name="Google Shape;2605;p24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6" name="Google Shape;2606;p24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7" name="Google Shape;2607;p24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8" name="Google Shape;2608;p24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9" name="Google Shape;2609;p24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0" name="Google Shape;2610;p24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1" name="Google Shape;2611;p24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2" name="Google Shape;2612;p24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3" name="Google Shape;2613;p24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4" name="Google Shape;2614;p24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5" name="Google Shape;2615;p24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6" name="Google Shape;2616;p24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7" name="Google Shape;2617;p24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8" name="Google Shape;2618;p24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9" name="Google Shape;2619;p24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0" name="Google Shape;2620;p24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1" name="Google Shape;2621;p24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2" name="Google Shape;2622;p24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3" name="Google Shape;2623;p24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4" name="Google Shape;2624;p24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5" name="Google Shape;2625;p24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6" name="Google Shape;2626;p24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7" name="Google Shape;2627;p24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8" name="Google Shape;2628;p24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9" name="Google Shape;2629;p24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0" name="Google Shape;2630;p24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1" name="Google Shape;2631;p24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2" name="Google Shape;2632;p24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3" name="Google Shape;2633;p24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4" name="Google Shape;2634;p24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5" name="Google Shape;2635;p24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6" name="Google Shape;2636;p24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7" name="Google Shape;2637;p24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8" name="Google Shape;2638;p24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9" name="Google Shape;2639;p24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0" name="Google Shape;2640;p24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1" name="Google Shape;2641;p24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2" name="Google Shape;2642;p24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3" name="Google Shape;2643;p24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44" name="Google Shape;2644;p24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645" name="Google Shape;2645;p24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46" name="Google Shape;2646;p24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47" name="Google Shape;2647;p24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4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9" name="Google Shape;2649;p24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650" name="Google Shape;2650;p24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1" name="Google Shape;2651;p24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2" name="Google Shape;2652;p24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24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24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24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24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57" name="Google Shape;2657;p24"/>
          <p:cNvGrpSpPr/>
          <p:nvPr/>
        </p:nvGrpSpPr>
        <p:grpSpPr>
          <a:xfrm>
            <a:off x="7879563" y="1761247"/>
            <a:ext cx="1160786" cy="1353165"/>
            <a:chOff x="71725" y="2151904"/>
            <a:chExt cx="1229255" cy="1432982"/>
          </a:xfrm>
        </p:grpSpPr>
        <p:sp>
          <p:nvSpPr>
            <p:cNvPr id="2658" name="Google Shape;2658;p24"/>
            <p:cNvSpPr/>
            <p:nvPr/>
          </p:nvSpPr>
          <p:spPr>
            <a:xfrm>
              <a:off x="71725" y="2615226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0" y="1"/>
                  </a:moveTo>
                  <a:lnTo>
                    <a:pt x="0" y="11523"/>
                  </a:lnTo>
                  <a:lnTo>
                    <a:pt x="9099" y="11523"/>
                  </a:lnTo>
                  <a:lnTo>
                    <a:pt x="9099" y="2190"/>
                  </a:lnTo>
                  <a:lnTo>
                    <a:pt x="71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4"/>
            <p:cNvSpPr/>
            <p:nvPr/>
          </p:nvSpPr>
          <p:spPr>
            <a:xfrm>
              <a:off x="675239" y="2615226"/>
              <a:ext cx="162241" cy="184288"/>
            </a:xfrm>
            <a:custGeom>
              <a:rect b="b" l="l" r="r" t="t"/>
              <a:pathLst>
                <a:path extrusionOk="0" h="2190" w="1928">
                  <a:moveTo>
                    <a:pt x="0" y="1"/>
                  </a:moveTo>
                  <a:lnTo>
                    <a:pt x="0" y="2190"/>
                  </a:lnTo>
                  <a:lnTo>
                    <a:pt x="1927" y="21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4"/>
            <p:cNvSpPr/>
            <p:nvPr/>
          </p:nvSpPr>
          <p:spPr>
            <a:xfrm>
              <a:off x="209140" y="2850505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4"/>
            <p:cNvSpPr/>
            <p:nvPr/>
          </p:nvSpPr>
          <p:spPr>
            <a:xfrm>
              <a:off x="209140" y="291210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4"/>
            <p:cNvSpPr/>
            <p:nvPr/>
          </p:nvSpPr>
          <p:spPr>
            <a:xfrm>
              <a:off x="209140" y="2973530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4"/>
            <p:cNvSpPr/>
            <p:nvPr/>
          </p:nvSpPr>
          <p:spPr>
            <a:xfrm>
              <a:off x="209140" y="303487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4"/>
            <p:cNvSpPr/>
            <p:nvPr/>
          </p:nvSpPr>
          <p:spPr>
            <a:xfrm>
              <a:off x="209140" y="309647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4"/>
            <p:cNvSpPr/>
            <p:nvPr/>
          </p:nvSpPr>
          <p:spPr>
            <a:xfrm>
              <a:off x="209140" y="3157899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4"/>
            <p:cNvSpPr/>
            <p:nvPr/>
          </p:nvSpPr>
          <p:spPr>
            <a:xfrm>
              <a:off x="209140" y="3219328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4"/>
            <p:cNvSpPr/>
            <p:nvPr/>
          </p:nvSpPr>
          <p:spPr>
            <a:xfrm>
              <a:off x="209140" y="328092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4"/>
            <p:cNvSpPr/>
            <p:nvPr/>
          </p:nvSpPr>
          <p:spPr>
            <a:xfrm>
              <a:off x="209140" y="334235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4"/>
            <p:cNvSpPr/>
            <p:nvPr/>
          </p:nvSpPr>
          <p:spPr>
            <a:xfrm>
              <a:off x="209140" y="3403697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4"/>
            <p:cNvSpPr/>
            <p:nvPr/>
          </p:nvSpPr>
          <p:spPr>
            <a:xfrm>
              <a:off x="209140" y="346529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4"/>
            <p:cNvSpPr/>
            <p:nvPr/>
          </p:nvSpPr>
          <p:spPr>
            <a:xfrm>
              <a:off x="303470" y="2383649"/>
              <a:ext cx="765765" cy="969492"/>
            </a:xfrm>
            <a:custGeom>
              <a:rect b="b" l="l" r="r" t="t"/>
              <a:pathLst>
                <a:path extrusionOk="0" h="11521" w="9100">
                  <a:moveTo>
                    <a:pt x="1" y="1"/>
                  </a:moveTo>
                  <a:lnTo>
                    <a:pt x="1" y="11520"/>
                  </a:lnTo>
                  <a:lnTo>
                    <a:pt x="9100" y="11520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4"/>
            <p:cNvSpPr/>
            <p:nvPr/>
          </p:nvSpPr>
          <p:spPr>
            <a:xfrm>
              <a:off x="906815" y="2383649"/>
              <a:ext cx="162409" cy="183952"/>
            </a:xfrm>
            <a:custGeom>
              <a:rect b="b" l="l" r="r" t="t"/>
              <a:pathLst>
                <a:path extrusionOk="0" h="2186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4"/>
            <p:cNvSpPr/>
            <p:nvPr/>
          </p:nvSpPr>
          <p:spPr>
            <a:xfrm>
              <a:off x="440885" y="261876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4"/>
            <p:cNvSpPr/>
            <p:nvPr/>
          </p:nvSpPr>
          <p:spPr>
            <a:xfrm>
              <a:off x="440885" y="268018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4"/>
            <p:cNvSpPr/>
            <p:nvPr/>
          </p:nvSpPr>
          <p:spPr>
            <a:xfrm>
              <a:off x="440885" y="2741785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4"/>
            <p:cNvSpPr/>
            <p:nvPr/>
          </p:nvSpPr>
          <p:spPr>
            <a:xfrm>
              <a:off x="440885" y="280312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4"/>
            <p:cNvSpPr/>
            <p:nvPr/>
          </p:nvSpPr>
          <p:spPr>
            <a:xfrm>
              <a:off x="440885" y="286455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4"/>
            <p:cNvSpPr/>
            <p:nvPr/>
          </p:nvSpPr>
          <p:spPr>
            <a:xfrm>
              <a:off x="440885" y="292615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4"/>
            <p:cNvSpPr/>
            <p:nvPr/>
          </p:nvSpPr>
          <p:spPr>
            <a:xfrm>
              <a:off x="440885" y="2987583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4"/>
            <p:cNvSpPr/>
            <p:nvPr/>
          </p:nvSpPr>
          <p:spPr>
            <a:xfrm>
              <a:off x="440885" y="3048927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4"/>
            <p:cNvSpPr/>
            <p:nvPr/>
          </p:nvSpPr>
          <p:spPr>
            <a:xfrm>
              <a:off x="440885" y="311052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4"/>
            <p:cNvSpPr/>
            <p:nvPr/>
          </p:nvSpPr>
          <p:spPr>
            <a:xfrm>
              <a:off x="440885" y="317212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4"/>
            <p:cNvSpPr/>
            <p:nvPr/>
          </p:nvSpPr>
          <p:spPr>
            <a:xfrm>
              <a:off x="440885" y="323354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4"/>
            <p:cNvSpPr/>
            <p:nvPr/>
          </p:nvSpPr>
          <p:spPr>
            <a:xfrm>
              <a:off x="535215" y="2151904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1" y="1"/>
                  </a:moveTo>
                  <a:lnTo>
                    <a:pt x="1" y="11522"/>
                  </a:lnTo>
                  <a:lnTo>
                    <a:pt x="9100" y="11522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4"/>
            <p:cNvSpPr/>
            <p:nvPr/>
          </p:nvSpPr>
          <p:spPr>
            <a:xfrm>
              <a:off x="1138561" y="2151904"/>
              <a:ext cx="162409" cy="183868"/>
            </a:xfrm>
            <a:custGeom>
              <a:rect b="b" l="l" r="r" t="t"/>
              <a:pathLst>
                <a:path extrusionOk="0" h="2185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4"/>
            <p:cNvSpPr/>
            <p:nvPr/>
          </p:nvSpPr>
          <p:spPr>
            <a:xfrm>
              <a:off x="672714" y="238701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4"/>
            <p:cNvSpPr/>
            <p:nvPr/>
          </p:nvSpPr>
          <p:spPr>
            <a:xfrm>
              <a:off x="672714" y="2448359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4"/>
            <p:cNvSpPr/>
            <p:nvPr/>
          </p:nvSpPr>
          <p:spPr>
            <a:xfrm>
              <a:off x="672714" y="250995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4"/>
            <p:cNvSpPr/>
            <p:nvPr/>
          </p:nvSpPr>
          <p:spPr>
            <a:xfrm>
              <a:off x="672714" y="257138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4"/>
            <p:cNvSpPr/>
            <p:nvPr/>
          </p:nvSpPr>
          <p:spPr>
            <a:xfrm>
              <a:off x="672714" y="2632813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4"/>
            <p:cNvSpPr/>
            <p:nvPr/>
          </p:nvSpPr>
          <p:spPr>
            <a:xfrm>
              <a:off x="672714" y="2694578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4"/>
            <p:cNvSpPr/>
            <p:nvPr/>
          </p:nvSpPr>
          <p:spPr>
            <a:xfrm>
              <a:off x="672714" y="275600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4"/>
            <p:cNvSpPr/>
            <p:nvPr/>
          </p:nvSpPr>
          <p:spPr>
            <a:xfrm>
              <a:off x="672714" y="2817182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4"/>
            <p:cNvSpPr/>
            <p:nvPr/>
          </p:nvSpPr>
          <p:spPr>
            <a:xfrm>
              <a:off x="672714" y="2878947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4"/>
            <p:cNvSpPr/>
            <p:nvPr/>
          </p:nvSpPr>
          <p:spPr>
            <a:xfrm>
              <a:off x="672714" y="294037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4"/>
            <p:cNvSpPr/>
            <p:nvPr/>
          </p:nvSpPr>
          <p:spPr>
            <a:xfrm>
              <a:off x="672714" y="300180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7" name="Google Shape;2697;p24"/>
          <p:cNvGrpSpPr/>
          <p:nvPr/>
        </p:nvGrpSpPr>
        <p:grpSpPr>
          <a:xfrm>
            <a:off x="144090" y="3829322"/>
            <a:ext cx="988023" cy="608391"/>
            <a:chOff x="9014981" y="3506433"/>
            <a:chExt cx="1291702" cy="795386"/>
          </a:xfrm>
        </p:grpSpPr>
        <p:sp>
          <p:nvSpPr>
            <p:cNvPr id="2698" name="Google Shape;2698;p24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4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24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24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4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4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4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4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4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7" name="Google Shape;2707;p24"/>
          <p:cNvSpPr/>
          <p:nvPr/>
        </p:nvSpPr>
        <p:spPr>
          <a:xfrm>
            <a:off x="104015" y="1010087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_1">
    <p:bg>
      <p:bgPr>
        <a:solidFill>
          <a:schemeClr val="lt1"/>
        </a:solidFill>
      </p:bgPr>
    </p:bg>
    <p:spTree>
      <p:nvGrpSpPr>
        <p:cNvPr id="2708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9" name="Google Shape;2709;p25"/>
          <p:cNvGrpSpPr/>
          <p:nvPr/>
        </p:nvGrpSpPr>
        <p:grpSpPr>
          <a:xfrm>
            <a:off x="112" y="-13650"/>
            <a:ext cx="9143897" cy="5180600"/>
            <a:chOff x="112" y="-13650"/>
            <a:chExt cx="9143897" cy="5180600"/>
          </a:xfrm>
        </p:grpSpPr>
        <p:cxnSp>
          <p:nvCxnSpPr>
            <p:cNvPr id="2710" name="Google Shape;2710;p25"/>
            <p:cNvCxnSpPr/>
            <p:nvPr/>
          </p:nvCxnSpPr>
          <p:spPr>
            <a:xfrm>
              <a:off x="1235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1" name="Google Shape;2711;p25"/>
            <p:cNvCxnSpPr/>
            <p:nvPr/>
          </p:nvCxnSpPr>
          <p:spPr>
            <a:xfrm>
              <a:off x="3309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2" name="Google Shape;2712;p25"/>
            <p:cNvCxnSpPr/>
            <p:nvPr/>
          </p:nvCxnSpPr>
          <p:spPr>
            <a:xfrm>
              <a:off x="5383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3" name="Google Shape;2713;p25"/>
            <p:cNvCxnSpPr/>
            <p:nvPr/>
          </p:nvCxnSpPr>
          <p:spPr>
            <a:xfrm>
              <a:off x="745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4" name="Google Shape;2714;p25"/>
            <p:cNvCxnSpPr/>
            <p:nvPr/>
          </p:nvCxnSpPr>
          <p:spPr>
            <a:xfrm>
              <a:off x="9532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5" name="Google Shape;2715;p25"/>
            <p:cNvCxnSpPr/>
            <p:nvPr/>
          </p:nvCxnSpPr>
          <p:spPr>
            <a:xfrm>
              <a:off x="11606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6" name="Google Shape;2716;p25"/>
            <p:cNvCxnSpPr/>
            <p:nvPr/>
          </p:nvCxnSpPr>
          <p:spPr>
            <a:xfrm>
              <a:off x="13680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7" name="Google Shape;2717;p25"/>
            <p:cNvCxnSpPr/>
            <p:nvPr/>
          </p:nvCxnSpPr>
          <p:spPr>
            <a:xfrm>
              <a:off x="15755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8" name="Google Shape;2718;p25"/>
            <p:cNvCxnSpPr/>
            <p:nvPr/>
          </p:nvCxnSpPr>
          <p:spPr>
            <a:xfrm>
              <a:off x="17829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9" name="Google Shape;2719;p25"/>
            <p:cNvCxnSpPr/>
            <p:nvPr/>
          </p:nvCxnSpPr>
          <p:spPr>
            <a:xfrm>
              <a:off x="19903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0" name="Google Shape;2720;p25"/>
            <p:cNvCxnSpPr/>
            <p:nvPr/>
          </p:nvCxnSpPr>
          <p:spPr>
            <a:xfrm>
              <a:off x="21977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1" name="Google Shape;2721;p25"/>
            <p:cNvCxnSpPr/>
            <p:nvPr/>
          </p:nvCxnSpPr>
          <p:spPr>
            <a:xfrm>
              <a:off x="24052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2" name="Google Shape;2722;p25"/>
            <p:cNvCxnSpPr/>
            <p:nvPr/>
          </p:nvCxnSpPr>
          <p:spPr>
            <a:xfrm>
              <a:off x="26126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3" name="Google Shape;2723;p25"/>
            <p:cNvCxnSpPr/>
            <p:nvPr/>
          </p:nvCxnSpPr>
          <p:spPr>
            <a:xfrm>
              <a:off x="28200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4" name="Google Shape;2724;p25"/>
            <p:cNvCxnSpPr/>
            <p:nvPr/>
          </p:nvCxnSpPr>
          <p:spPr>
            <a:xfrm>
              <a:off x="30274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5" name="Google Shape;2725;p25"/>
            <p:cNvCxnSpPr/>
            <p:nvPr/>
          </p:nvCxnSpPr>
          <p:spPr>
            <a:xfrm>
              <a:off x="32349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6" name="Google Shape;2726;p25"/>
            <p:cNvCxnSpPr/>
            <p:nvPr/>
          </p:nvCxnSpPr>
          <p:spPr>
            <a:xfrm>
              <a:off x="34423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7" name="Google Shape;2727;p25"/>
            <p:cNvCxnSpPr/>
            <p:nvPr/>
          </p:nvCxnSpPr>
          <p:spPr>
            <a:xfrm>
              <a:off x="36497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8" name="Google Shape;2728;p25"/>
            <p:cNvCxnSpPr/>
            <p:nvPr/>
          </p:nvCxnSpPr>
          <p:spPr>
            <a:xfrm>
              <a:off x="38571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9" name="Google Shape;2729;p25"/>
            <p:cNvCxnSpPr/>
            <p:nvPr/>
          </p:nvCxnSpPr>
          <p:spPr>
            <a:xfrm>
              <a:off x="40646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0" name="Google Shape;2730;p25"/>
            <p:cNvCxnSpPr/>
            <p:nvPr/>
          </p:nvCxnSpPr>
          <p:spPr>
            <a:xfrm>
              <a:off x="42720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1" name="Google Shape;2731;p25"/>
            <p:cNvCxnSpPr/>
            <p:nvPr/>
          </p:nvCxnSpPr>
          <p:spPr>
            <a:xfrm>
              <a:off x="44794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2" name="Google Shape;2732;p25"/>
            <p:cNvCxnSpPr/>
            <p:nvPr/>
          </p:nvCxnSpPr>
          <p:spPr>
            <a:xfrm>
              <a:off x="46868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3" name="Google Shape;2733;p25"/>
            <p:cNvCxnSpPr/>
            <p:nvPr/>
          </p:nvCxnSpPr>
          <p:spPr>
            <a:xfrm>
              <a:off x="48943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4" name="Google Shape;2734;p25"/>
            <p:cNvCxnSpPr/>
            <p:nvPr/>
          </p:nvCxnSpPr>
          <p:spPr>
            <a:xfrm>
              <a:off x="51017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5" name="Google Shape;2735;p25"/>
            <p:cNvCxnSpPr/>
            <p:nvPr/>
          </p:nvCxnSpPr>
          <p:spPr>
            <a:xfrm>
              <a:off x="53091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6" name="Google Shape;2736;p25"/>
            <p:cNvCxnSpPr/>
            <p:nvPr/>
          </p:nvCxnSpPr>
          <p:spPr>
            <a:xfrm>
              <a:off x="55165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7" name="Google Shape;2737;p25"/>
            <p:cNvCxnSpPr/>
            <p:nvPr/>
          </p:nvCxnSpPr>
          <p:spPr>
            <a:xfrm>
              <a:off x="61388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8" name="Google Shape;2738;p25"/>
            <p:cNvCxnSpPr/>
            <p:nvPr/>
          </p:nvCxnSpPr>
          <p:spPr>
            <a:xfrm>
              <a:off x="57240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9" name="Google Shape;2739;p25"/>
            <p:cNvCxnSpPr/>
            <p:nvPr/>
          </p:nvCxnSpPr>
          <p:spPr>
            <a:xfrm>
              <a:off x="59314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0" name="Google Shape;2740;p25"/>
            <p:cNvCxnSpPr/>
            <p:nvPr/>
          </p:nvCxnSpPr>
          <p:spPr>
            <a:xfrm>
              <a:off x="634627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1" name="Google Shape;2741;p25"/>
            <p:cNvCxnSpPr/>
            <p:nvPr/>
          </p:nvCxnSpPr>
          <p:spPr>
            <a:xfrm>
              <a:off x="65537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2" name="Google Shape;2742;p25"/>
            <p:cNvCxnSpPr/>
            <p:nvPr/>
          </p:nvCxnSpPr>
          <p:spPr>
            <a:xfrm>
              <a:off x="67611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3" name="Google Shape;2743;p25"/>
            <p:cNvCxnSpPr/>
            <p:nvPr/>
          </p:nvCxnSpPr>
          <p:spPr>
            <a:xfrm>
              <a:off x="69685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4" name="Google Shape;2744;p25"/>
            <p:cNvCxnSpPr/>
            <p:nvPr/>
          </p:nvCxnSpPr>
          <p:spPr>
            <a:xfrm>
              <a:off x="71759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5" name="Google Shape;2745;p25"/>
            <p:cNvCxnSpPr/>
            <p:nvPr/>
          </p:nvCxnSpPr>
          <p:spPr>
            <a:xfrm>
              <a:off x="738340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6" name="Google Shape;2746;p25"/>
            <p:cNvCxnSpPr/>
            <p:nvPr/>
          </p:nvCxnSpPr>
          <p:spPr>
            <a:xfrm>
              <a:off x="7590825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7" name="Google Shape;2747;p25"/>
            <p:cNvCxnSpPr/>
            <p:nvPr/>
          </p:nvCxnSpPr>
          <p:spPr>
            <a:xfrm>
              <a:off x="7798250" y="-38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8" name="Google Shape;2748;p25"/>
            <p:cNvCxnSpPr/>
            <p:nvPr/>
          </p:nvCxnSpPr>
          <p:spPr>
            <a:xfrm>
              <a:off x="80056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9" name="Google Shape;2749;p25"/>
            <p:cNvCxnSpPr/>
            <p:nvPr/>
          </p:nvCxnSpPr>
          <p:spPr>
            <a:xfrm>
              <a:off x="82131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0" name="Google Shape;2750;p25"/>
            <p:cNvCxnSpPr/>
            <p:nvPr/>
          </p:nvCxnSpPr>
          <p:spPr>
            <a:xfrm>
              <a:off x="842052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1" name="Google Shape;2751;p25"/>
            <p:cNvCxnSpPr/>
            <p:nvPr/>
          </p:nvCxnSpPr>
          <p:spPr>
            <a:xfrm>
              <a:off x="862795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2" name="Google Shape;2752;p25"/>
            <p:cNvCxnSpPr/>
            <p:nvPr/>
          </p:nvCxnSpPr>
          <p:spPr>
            <a:xfrm>
              <a:off x="8835375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3" name="Google Shape;2753;p25"/>
            <p:cNvCxnSpPr/>
            <p:nvPr/>
          </p:nvCxnSpPr>
          <p:spPr>
            <a:xfrm>
              <a:off x="9042800" y="-13650"/>
              <a:ext cx="0" cy="5170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4" name="Google Shape;2754;p25"/>
            <p:cNvCxnSpPr/>
            <p:nvPr/>
          </p:nvCxnSpPr>
          <p:spPr>
            <a:xfrm>
              <a:off x="4563412" y="-44261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5" name="Google Shape;2755;p25"/>
            <p:cNvCxnSpPr/>
            <p:nvPr/>
          </p:nvCxnSpPr>
          <p:spPr>
            <a:xfrm>
              <a:off x="4563412" y="-42187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6" name="Google Shape;2756;p25"/>
            <p:cNvCxnSpPr/>
            <p:nvPr/>
          </p:nvCxnSpPr>
          <p:spPr>
            <a:xfrm>
              <a:off x="4563412" y="-40112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7" name="Google Shape;2757;p25"/>
            <p:cNvCxnSpPr/>
            <p:nvPr/>
          </p:nvCxnSpPr>
          <p:spPr>
            <a:xfrm>
              <a:off x="4580710" y="-38038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8" name="Google Shape;2758;p25"/>
            <p:cNvCxnSpPr/>
            <p:nvPr/>
          </p:nvCxnSpPr>
          <p:spPr>
            <a:xfrm>
              <a:off x="4580710" y="-35964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9" name="Google Shape;2759;p25"/>
            <p:cNvCxnSpPr/>
            <p:nvPr/>
          </p:nvCxnSpPr>
          <p:spPr>
            <a:xfrm>
              <a:off x="4580710" y="-33890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0" name="Google Shape;2760;p25"/>
            <p:cNvCxnSpPr/>
            <p:nvPr/>
          </p:nvCxnSpPr>
          <p:spPr>
            <a:xfrm>
              <a:off x="4580710" y="-31815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1" name="Google Shape;2761;p25"/>
            <p:cNvCxnSpPr/>
            <p:nvPr/>
          </p:nvCxnSpPr>
          <p:spPr>
            <a:xfrm>
              <a:off x="4563412" y="-29741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2" name="Google Shape;2762;p25"/>
            <p:cNvCxnSpPr/>
            <p:nvPr/>
          </p:nvCxnSpPr>
          <p:spPr>
            <a:xfrm>
              <a:off x="4563412" y="-27667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3" name="Google Shape;2763;p25"/>
            <p:cNvCxnSpPr/>
            <p:nvPr/>
          </p:nvCxnSpPr>
          <p:spPr>
            <a:xfrm>
              <a:off x="4563412" y="-25593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4" name="Google Shape;2764;p25"/>
            <p:cNvCxnSpPr/>
            <p:nvPr/>
          </p:nvCxnSpPr>
          <p:spPr>
            <a:xfrm>
              <a:off x="4580710" y="-23518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5" name="Google Shape;2765;p25"/>
            <p:cNvCxnSpPr/>
            <p:nvPr/>
          </p:nvCxnSpPr>
          <p:spPr>
            <a:xfrm>
              <a:off x="4580710" y="-21444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6" name="Google Shape;2766;p25"/>
            <p:cNvCxnSpPr/>
            <p:nvPr/>
          </p:nvCxnSpPr>
          <p:spPr>
            <a:xfrm>
              <a:off x="4580710" y="-19370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7" name="Google Shape;2767;p25"/>
            <p:cNvCxnSpPr/>
            <p:nvPr/>
          </p:nvCxnSpPr>
          <p:spPr>
            <a:xfrm>
              <a:off x="4580710" y="-17296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8" name="Google Shape;2768;p25"/>
            <p:cNvCxnSpPr/>
            <p:nvPr/>
          </p:nvCxnSpPr>
          <p:spPr>
            <a:xfrm>
              <a:off x="4563412" y="-15221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9" name="Google Shape;2769;p25"/>
            <p:cNvCxnSpPr/>
            <p:nvPr/>
          </p:nvCxnSpPr>
          <p:spPr>
            <a:xfrm>
              <a:off x="4563412" y="-13147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0" name="Google Shape;2770;p25"/>
            <p:cNvCxnSpPr/>
            <p:nvPr/>
          </p:nvCxnSpPr>
          <p:spPr>
            <a:xfrm>
              <a:off x="4563412" y="-11073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1" name="Google Shape;2771;p25"/>
            <p:cNvCxnSpPr/>
            <p:nvPr/>
          </p:nvCxnSpPr>
          <p:spPr>
            <a:xfrm>
              <a:off x="4580710" y="-8999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2" name="Google Shape;2772;p25"/>
            <p:cNvCxnSpPr/>
            <p:nvPr/>
          </p:nvCxnSpPr>
          <p:spPr>
            <a:xfrm>
              <a:off x="4580710" y="-6924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3" name="Google Shape;2773;p25"/>
            <p:cNvCxnSpPr/>
            <p:nvPr/>
          </p:nvCxnSpPr>
          <p:spPr>
            <a:xfrm>
              <a:off x="4580710" y="-4850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4" name="Google Shape;2774;p25"/>
            <p:cNvCxnSpPr/>
            <p:nvPr/>
          </p:nvCxnSpPr>
          <p:spPr>
            <a:xfrm>
              <a:off x="4580710" y="-2776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5" name="Google Shape;2775;p25"/>
            <p:cNvCxnSpPr/>
            <p:nvPr/>
          </p:nvCxnSpPr>
          <p:spPr>
            <a:xfrm>
              <a:off x="4563412" y="-7020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6" name="Google Shape;2776;p25"/>
            <p:cNvCxnSpPr/>
            <p:nvPr/>
          </p:nvCxnSpPr>
          <p:spPr>
            <a:xfrm>
              <a:off x="4563412" y="13722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7" name="Google Shape;2777;p25"/>
            <p:cNvCxnSpPr/>
            <p:nvPr/>
          </p:nvCxnSpPr>
          <p:spPr>
            <a:xfrm>
              <a:off x="4563412" y="344650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8" name="Google Shape;2778;p25"/>
            <p:cNvCxnSpPr/>
            <p:nvPr/>
          </p:nvCxnSpPr>
          <p:spPr>
            <a:xfrm>
              <a:off x="4580710" y="552075"/>
              <a:ext cx="0" cy="91266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9" name="Google Shape;2779;p25"/>
          <p:cNvGrpSpPr/>
          <p:nvPr/>
        </p:nvGrpSpPr>
        <p:grpSpPr>
          <a:xfrm>
            <a:off x="266405" y="261900"/>
            <a:ext cx="8620495" cy="4526400"/>
            <a:chOff x="266405" y="261900"/>
            <a:chExt cx="8620495" cy="4526400"/>
          </a:xfrm>
        </p:grpSpPr>
        <p:sp>
          <p:nvSpPr>
            <p:cNvPr id="2780" name="Google Shape;2780;p25"/>
            <p:cNvSpPr/>
            <p:nvPr/>
          </p:nvSpPr>
          <p:spPr>
            <a:xfrm>
              <a:off x="266405" y="261900"/>
              <a:ext cx="8611200" cy="45264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81" name="Google Shape;2781;p25"/>
            <p:cNvCxnSpPr/>
            <p:nvPr/>
          </p:nvCxnSpPr>
          <p:spPr>
            <a:xfrm>
              <a:off x="274200" y="551300"/>
              <a:ext cx="861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2" name="Google Shape;2782;p25"/>
            <p:cNvSpPr/>
            <p:nvPr/>
          </p:nvSpPr>
          <p:spPr>
            <a:xfrm>
              <a:off x="593950" y="322825"/>
              <a:ext cx="7302300" cy="1566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5"/>
            <p:cNvSpPr/>
            <p:nvPr/>
          </p:nvSpPr>
          <p:spPr>
            <a:xfrm>
              <a:off x="349675" y="322826"/>
              <a:ext cx="164731" cy="156599"/>
            </a:xfrm>
            <a:custGeom>
              <a:rect b="b" l="l" r="r" t="t"/>
              <a:pathLst>
                <a:path extrusionOk="0" h="3293" w="3464">
                  <a:moveTo>
                    <a:pt x="1733" y="1"/>
                  </a:moveTo>
                  <a:lnTo>
                    <a:pt x="1195" y="1083"/>
                  </a:lnTo>
                  <a:lnTo>
                    <a:pt x="0" y="1256"/>
                  </a:lnTo>
                  <a:lnTo>
                    <a:pt x="866" y="2100"/>
                  </a:lnTo>
                  <a:lnTo>
                    <a:pt x="663" y="3293"/>
                  </a:lnTo>
                  <a:lnTo>
                    <a:pt x="1733" y="2727"/>
                  </a:lnTo>
                  <a:lnTo>
                    <a:pt x="2801" y="3293"/>
                  </a:lnTo>
                  <a:lnTo>
                    <a:pt x="2801" y="3293"/>
                  </a:lnTo>
                  <a:lnTo>
                    <a:pt x="2597" y="2100"/>
                  </a:lnTo>
                  <a:lnTo>
                    <a:pt x="3463" y="1256"/>
                  </a:lnTo>
                  <a:lnTo>
                    <a:pt x="2268" y="1083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84" name="Google Shape;2784;p25"/>
            <p:cNvGrpSpPr/>
            <p:nvPr/>
          </p:nvGrpSpPr>
          <p:grpSpPr>
            <a:xfrm>
              <a:off x="8193875" y="322825"/>
              <a:ext cx="601487" cy="156597"/>
              <a:chOff x="8193875" y="322825"/>
              <a:chExt cx="601487" cy="156597"/>
            </a:xfrm>
          </p:grpSpPr>
          <p:sp>
            <p:nvSpPr>
              <p:cNvPr id="2785" name="Google Shape;2785;p25"/>
              <p:cNvSpPr/>
              <p:nvPr/>
            </p:nvSpPr>
            <p:spPr>
              <a:xfrm>
                <a:off x="8638765" y="322825"/>
                <a:ext cx="156597" cy="156597"/>
              </a:xfrm>
              <a:custGeom>
                <a:rect b="b" l="l" r="r" t="t"/>
                <a:pathLst>
                  <a:path extrusionOk="0" h="2579" w="2579">
                    <a:moveTo>
                      <a:pt x="1" y="0"/>
                    </a:moveTo>
                    <a:lnTo>
                      <a:pt x="1" y="2579"/>
                    </a:lnTo>
                    <a:lnTo>
                      <a:pt x="2579" y="2579"/>
                    </a:lnTo>
                    <a:lnTo>
                      <a:pt x="257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25"/>
              <p:cNvSpPr/>
              <p:nvPr/>
            </p:nvSpPr>
            <p:spPr>
              <a:xfrm>
                <a:off x="8416290" y="322825"/>
                <a:ext cx="156415" cy="156597"/>
              </a:xfrm>
              <a:custGeom>
                <a:rect b="b" l="l" r="r" t="t"/>
                <a:pathLst>
                  <a:path extrusionOk="0" h="2579" w="2576">
                    <a:moveTo>
                      <a:pt x="0" y="0"/>
                    </a:moveTo>
                    <a:lnTo>
                      <a:pt x="0" y="2579"/>
                    </a:lnTo>
                    <a:lnTo>
                      <a:pt x="2576" y="2579"/>
                    </a:lnTo>
                    <a:lnTo>
                      <a:pt x="2576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25"/>
              <p:cNvSpPr/>
              <p:nvPr/>
            </p:nvSpPr>
            <p:spPr>
              <a:xfrm>
                <a:off x="8193875" y="322825"/>
                <a:ext cx="156475" cy="156597"/>
              </a:xfrm>
              <a:custGeom>
                <a:rect b="b" l="l" r="r" t="t"/>
                <a:pathLst>
                  <a:path extrusionOk="0" h="2579" w="2577">
                    <a:moveTo>
                      <a:pt x="1" y="0"/>
                    </a:moveTo>
                    <a:lnTo>
                      <a:pt x="1" y="2579"/>
                    </a:lnTo>
                    <a:lnTo>
                      <a:pt x="2577" y="2579"/>
                    </a:lnTo>
                    <a:lnTo>
                      <a:pt x="2577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25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1323"/>
                    </a:moveTo>
                    <a:lnTo>
                      <a:pt x="1325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9" name="Google Shape;2789;p25"/>
              <p:cNvSpPr/>
              <p:nvPr/>
            </p:nvSpPr>
            <p:spPr>
              <a:xfrm>
                <a:off x="8676776" y="361080"/>
                <a:ext cx="80515" cy="80393"/>
              </a:xfrm>
              <a:custGeom>
                <a:rect b="b" l="l" r="r" t="t"/>
                <a:pathLst>
                  <a:path extrusionOk="0" fill="none" h="1324" w="1326">
                    <a:moveTo>
                      <a:pt x="0" y="0"/>
                    </a:moveTo>
                    <a:lnTo>
                      <a:pt x="1325" y="1323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0" name="Google Shape;2790;p25"/>
              <p:cNvSpPr/>
              <p:nvPr/>
            </p:nvSpPr>
            <p:spPr>
              <a:xfrm>
                <a:off x="8454786" y="361201"/>
                <a:ext cx="79847" cy="79847"/>
              </a:xfrm>
              <a:custGeom>
                <a:rect b="b" l="l" r="r" t="t"/>
                <a:pathLst>
                  <a:path extrusionOk="0" fill="none" h="1315" w="1315">
                    <a:moveTo>
                      <a:pt x="1" y="1"/>
                    </a:moveTo>
                    <a:lnTo>
                      <a:pt x="1314" y="1"/>
                    </a:lnTo>
                    <a:lnTo>
                      <a:pt x="1314" y="1314"/>
                    </a:lnTo>
                    <a:lnTo>
                      <a:pt x="1" y="1314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25"/>
              <p:cNvSpPr/>
              <p:nvPr/>
            </p:nvSpPr>
            <p:spPr>
              <a:xfrm>
                <a:off x="8232128" y="440990"/>
                <a:ext cx="79847" cy="61"/>
              </a:xfrm>
              <a:custGeom>
                <a:rect b="b" l="l" r="r" t="t"/>
                <a:pathLst>
                  <a:path extrusionOk="0" fill="none" h="1" w="1315">
                    <a:moveTo>
                      <a:pt x="1314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dk2"/>
              </a:solidFill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92" name="Google Shape;2792;p25"/>
          <p:cNvGrpSpPr/>
          <p:nvPr/>
        </p:nvGrpSpPr>
        <p:grpSpPr>
          <a:xfrm>
            <a:off x="121995" y="4474183"/>
            <a:ext cx="693060" cy="471304"/>
            <a:chOff x="4684413" y="2795724"/>
            <a:chExt cx="493703" cy="335758"/>
          </a:xfrm>
        </p:grpSpPr>
        <p:sp>
          <p:nvSpPr>
            <p:cNvPr id="2793" name="Google Shape;2793;p25"/>
            <p:cNvSpPr/>
            <p:nvPr/>
          </p:nvSpPr>
          <p:spPr>
            <a:xfrm>
              <a:off x="4684413" y="2801783"/>
              <a:ext cx="395421" cy="329700"/>
            </a:xfrm>
            <a:custGeom>
              <a:rect b="b" l="l" r="r" t="t"/>
              <a:pathLst>
                <a:path extrusionOk="0" h="3918" w="4699">
                  <a:moveTo>
                    <a:pt x="175" y="1"/>
                  </a:moveTo>
                  <a:cubicBezTo>
                    <a:pt x="80" y="1"/>
                    <a:pt x="1" y="77"/>
                    <a:pt x="1" y="174"/>
                  </a:cubicBezTo>
                  <a:lnTo>
                    <a:pt x="239" y="3918"/>
                  </a:lnTo>
                  <a:lnTo>
                    <a:pt x="4699" y="3918"/>
                  </a:lnTo>
                  <a:lnTo>
                    <a:pt x="4136" y="744"/>
                  </a:lnTo>
                  <a:cubicBezTo>
                    <a:pt x="4108" y="598"/>
                    <a:pt x="3980" y="492"/>
                    <a:pt x="3830" y="492"/>
                  </a:cubicBezTo>
                  <a:lnTo>
                    <a:pt x="2605" y="492"/>
                  </a:lnTo>
                  <a:lnTo>
                    <a:pt x="2605" y="174"/>
                  </a:lnTo>
                  <a:cubicBezTo>
                    <a:pt x="2605" y="77"/>
                    <a:pt x="2526" y="1"/>
                    <a:pt x="243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5"/>
            <p:cNvSpPr/>
            <p:nvPr/>
          </p:nvSpPr>
          <p:spPr>
            <a:xfrm>
              <a:off x="4709237" y="2885006"/>
              <a:ext cx="423275" cy="246475"/>
            </a:xfrm>
            <a:custGeom>
              <a:rect b="b" l="l" r="r" t="t"/>
              <a:pathLst>
                <a:path extrusionOk="0" h="2929" w="5030">
                  <a:moveTo>
                    <a:pt x="855" y="1"/>
                  </a:moveTo>
                  <a:cubicBezTo>
                    <a:pt x="711" y="1"/>
                    <a:pt x="584" y="105"/>
                    <a:pt x="554" y="246"/>
                  </a:cubicBezTo>
                  <a:lnTo>
                    <a:pt x="0" y="2929"/>
                  </a:lnTo>
                  <a:lnTo>
                    <a:pt x="4459" y="2929"/>
                  </a:lnTo>
                  <a:lnTo>
                    <a:pt x="4987" y="371"/>
                  </a:lnTo>
                  <a:cubicBezTo>
                    <a:pt x="5029" y="181"/>
                    <a:pt x="4881" y="1"/>
                    <a:pt x="468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25"/>
            <p:cNvSpPr/>
            <p:nvPr/>
          </p:nvSpPr>
          <p:spPr>
            <a:xfrm>
              <a:off x="4980700" y="2795724"/>
              <a:ext cx="197416" cy="179408"/>
            </a:xfrm>
            <a:custGeom>
              <a:rect b="b" l="l" r="r" t="t"/>
              <a:pathLst>
                <a:path extrusionOk="0" h="2132" w="2346">
                  <a:moveTo>
                    <a:pt x="1174" y="0"/>
                  </a:moveTo>
                  <a:cubicBezTo>
                    <a:pt x="691" y="0"/>
                    <a:pt x="252" y="330"/>
                    <a:pt x="135" y="821"/>
                  </a:cubicBezTo>
                  <a:cubicBezTo>
                    <a:pt x="1" y="1393"/>
                    <a:pt x="355" y="1967"/>
                    <a:pt x="927" y="2102"/>
                  </a:cubicBezTo>
                  <a:cubicBezTo>
                    <a:pt x="1010" y="2122"/>
                    <a:pt x="1093" y="2131"/>
                    <a:pt x="1175" y="2131"/>
                  </a:cubicBezTo>
                  <a:cubicBezTo>
                    <a:pt x="1657" y="2131"/>
                    <a:pt x="2094" y="1801"/>
                    <a:pt x="2208" y="1312"/>
                  </a:cubicBezTo>
                  <a:cubicBezTo>
                    <a:pt x="2345" y="740"/>
                    <a:pt x="1991" y="165"/>
                    <a:pt x="1418" y="29"/>
                  </a:cubicBezTo>
                  <a:cubicBezTo>
                    <a:pt x="1337" y="9"/>
                    <a:pt x="1255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25"/>
            <p:cNvSpPr/>
            <p:nvPr/>
          </p:nvSpPr>
          <p:spPr>
            <a:xfrm>
              <a:off x="5079575" y="2853871"/>
              <a:ext cx="84" cy="73715"/>
            </a:xfrm>
            <a:custGeom>
              <a:rect b="b" l="l" r="r" t="t"/>
              <a:pathLst>
                <a:path extrusionOk="0" fill="none" h="876" w="1">
                  <a:moveTo>
                    <a:pt x="0" y="0"/>
                  </a:moveTo>
                  <a:lnTo>
                    <a:pt x="0" y="876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5"/>
            <p:cNvSpPr/>
            <p:nvPr/>
          </p:nvSpPr>
          <p:spPr>
            <a:xfrm>
              <a:off x="5042717" y="2890644"/>
              <a:ext cx="73968" cy="84"/>
            </a:xfrm>
            <a:custGeom>
              <a:rect b="b" l="l" r="r" t="t"/>
              <a:pathLst>
                <a:path extrusionOk="0" fill="none" h="1" w="879">
                  <a:moveTo>
                    <a:pt x="878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8" name="Google Shape;2798;p25"/>
          <p:cNvSpPr/>
          <p:nvPr/>
        </p:nvSpPr>
        <p:spPr>
          <a:xfrm>
            <a:off x="121990" y="883849"/>
            <a:ext cx="319181" cy="319349"/>
          </a:xfrm>
          <a:custGeom>
            <a:rect b="b" l="l" r="r" t="t"/>
            <a:pathLst>
              <a:path extrusionOk="0" h="3795" w="3793">
                <a:moveTo>
                  <a:pt x="1066" y="1"/>
                </a:moveTo>
                <a:lnTo>
                  <a:pt x="1" y="1066"/>
                </a:lnTo>
                <a:lnTo>
                  <a:pt x="830" y="1898"/>
                </a:lnTo>
                <a:lnTo>
                  <a:pt x="1" y="2729"/>
                </a:lnTo>
                <a:lnTo>
                  <a:pt x="1066" y="3795"/>
                </a:lnTo>
                <a:lnTo>
                  <a:pt x="1898" y="2963"/>
                </a:lnTo>
                <a:lnTo>
                  <a:pt x="2727" y="3795"/>
                </a:lnTo>
                <a:lnTo>
                  <a:pt x="3793" y="2729"/>
                </a:lnTo>
                <a:lnTo>
                  <a:pt x="2963" y="1898"/>
                </a:lnTo>
                <a:lnTo>
                  <a:pt x="3793" y="1066"/>
                </a:lnTo>
                <a:lnTo>
                  <a:pt x="2727" y="1"/>
                </a:lnTo>
                <a:lnTo>
                  <a:pt x="1898" y="83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25"/>
          <p:cNvSpPr/>
          <p:nvPr/>
        </p:nvSpPr>
        <p:spPr>
          <a:xfrm>
            <a:off x="8754251" y="2635004"/>
            <a:ext cx="319172" cy="442076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rona One"/>
              <a:buNone/>
              <a:defRPr sz="25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26"/>
          <p:cNvSpPr txBox="1"/>
          <p:nvPr>
            <p:ph type="ctrTitle"/>
          </p:nvPr>
        </p:nvSpPr>
        <p:spPr>
          <a:xfrm>
            <a:off x="926850" y="1213963"/>
            <a:ext cx="7307700" cy="25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8-Bit ALU</a:t>
            </a:r>
            <a:r>
              <a:rPr i="1" lang="en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Logic Unit)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05" name="Google Shape;2805;p26"/>
          <p:cNvCxnSpPr/>
          <p:nvPr/>
        </p:nvCxnSpPr>
        <p:spPr>
          <a:xfrm>
            <a:off x="4580710" y="4493150"/>
            <a:ext cx="0" cy="9126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06" name="Google Shape;2806;p26"/>
          <p:cNvGrpSpPr/>
          <p:nvPr/>
        </p:nvGrpSpPr>
        <p:grpSpPr>
          <a:xfrm>
            <a:off x="7505950" y="1141375"/>
            <a:ext cx="601487" cy="156597"/>
            <a:chOff x="8193875" y="322825"/>
            <a:chExt cx="601487" cy="156597"/>
          </a:xfrm>
        </p:grpSpPr>
        <p:sp>
          <p:nvSpPr>
            <p:cNvPr id="2807" name="Google Shape;2807;p26"/>
            <p:cNvSpPr/>
            <p:nvPr/>
          </p:nvSpPr>
          <p:spPr>
            <a:xfrm>
              <a:off x="8638765" y="322825"/>
              <a:ext cx="156597" cy="156597"/>
            </a:xfrm>
            <a:custGeom>
              <a:rect b="b" l="l" r="r" t="t"/>
              <a:pathLst>
                <a:path extrusionOk="0" h="2579" w="2579">
                  <a:moveTo>
                    <a:pt x="1" y="0"/>
                  </a:moveTo>
                  <a:lnTo>
                    <a:pt x="1" y="2579"/>
                  </a:lnTo>
                  <a:lnTo>
                    <a:pt x="2579" y="2579"/>
                  </a:lnTo>
                  <a:lnTo>
                    <a:pt x="2579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26"/>
            <p:cNvSpPr/>
            <p:nvPr/>
          </p:nvSpPr>
          <p:spPr>
            <a:xfrm>
              <a:off x="8416290" y="322825"/>
              <a:ext cx="156415" cy="156597"/>
            </a:xfrm>
            <a:custGeom>
              <a:rect b="b" l="l" r="r" t="t"/>
              <a:pathLst>
                <a:path extrusionOk="0" h="2579" w="2576">
                  <a:moveTo>
                    <a:pt x="0" y="0"/>
                  </a:moveTo>
                  <a:lnTo>
                    <a:pt x="0" y="2579"/>
                  </a:lnTo>
                  <a:lnTo>
                    <a:pt x="2576" y="2579"/>
                  </a:lnTo>
                  <a:lnTo>
                    <a:pt x="2576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26"/>
            <p:cNvSpPr/>
            <p:nvPr/>
          </p:nvSpPr>
          <p:spPr>
            <a:xfrm>
              <a:off x="8193875" y="322825"/>
              <a:ext cx="156475" cy="156597"/>
            </a:xfrm>
            <a:custGeom>
              <a:rect b="b" l="l" r="r" t="t"/>
              <a:pathLst>
                <a:path extrusionOk="0" h="2579" w="2577">
                  <a:moveTo>
                    <a:pt x="1" y="0"/>
                  </a:moveTo>
                  <a:lnTo>
                    <a:pt x="1" y="2579"/>
                  </a:lnTo>
                  <a:lnTo>
                    <a:pt x="2577" y="2579"/>
                  </a:lnTo>
                  <a:lnTo>
                    <a:pt x="2577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26"/>
            <p:cNvSpPr/>
            <p:nvPr/>
          </p:nvSpPr>
          <p:spPr>
            <a:xfrm>
              <a:off x="8676776" y="361080"/>
              <a:ext cx="80515" cy="80393"/>
            </a:xfrm>
            <a:custGeom>
              <a:rect b="b" l="l" r="r" t="t"/>
              <a:pathLst>
                <a:path extrusionOk="0" fill="none" h="1324" w="1326">
                  <a:moveTo>
                    <a:pt x="0" y="1323"/>
                  </a:moveTo>
                  <a:lnTo>
                    <a:pt x="1325" y="0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6"/>
            <p:cNvSpPr/>
            <p:nvPr/>
          </p:nvSpPr>
          <p:spPr>
            <a:xfrm>
              <a:off x="8676776" y="361080"/>
              <a:ext cx="80515" cy="80393"/>
            </a:xfrm>
            <a:custGeom>
              <a:rect b="b" l="l" r="r" t="t"/>
              <a:pathLst>
                <a:path extrusionOk="0" fill="none" h="1324" w="1326">
                  <a:moveTo>
                    <a:pt x="0" y="0"/>
                  </a:moveTo>
                  <a:lnTo>
                    <a:pt x="1325" y="1323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6"/>
            <p:cNvSpPr/>
            <p:nvPr/>
          </p:nvSpPr>
          <p:spPr>
            <a:xfrm>
              <a:off x="8454786" y="361201"/>
              <a:ext cx="79847" cy="79847"/>
            </a:xfrm>
            <a:custGeom>
              <a:rect b="b" l="l" r="r" t="t"/>
              <a:pathLst>
                <a:path extrusionOk="0" fill="none" h="1315" w="1315">
                  <a:moveTo>
                    <a:pt x="1" y="1"/>
                  </a:moveTo>
                  <a:lnTo>
                    <a:pt x="1314" y="1"/>
                  </a:lnTo>
                  <a:lnTo>
                    <a:pt x="1314" y="1314"/>
                  </a:lnTo>
                  <a:lnTo>
                    <a:pt x="1" y="1314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6"/>
            <p:cNvSpPr/>
            <p:nvPr/>
          </p:nvSpPr>
          <p:spPr>
            <a:xfrm>
              <a:off x="8232128" y="440990"/>
              <a:ext cx="79847" cy="61"/>
            </a:xfrm>
            <a:custGeom>
              <a:rect b="b" l="l" r="r" t="t"/>
              <a:pathLst>
                <a:path extrusionOk="0" fill="none" h="1" w="1315">
                  <a:moveTo>
                    <a:pt x="1314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4" name="Google Shape;2814;p26"/>
          <p:cNvGrpSpPr/>
          <p:nvPr/>
        </p:nvGrpSpPr>
        <p:grpSpPr>
          <a:xfrm>
            <a:off x="-171112" y="3039572"/>
            <a:ext cx="1160786" cy="1353165"/>
            <a:chOff x="71725" y="2151904"/>
            <a:chExt cx="1229255" cy="1432982"/>
          </a:xfrm>
        </p:grpSpPr>
        <p:sp>
          <p:nvSpPr>
            <p:cNvPr id="2815" name="Google Shape;2815;p26"/>
            <p:cNvSpPr/>
            <p:nvPr/>
          </p:nvSpPr>
          <p:spPr>
            <a:xfrm>
              <a:off x="71725" y="2615226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0" y="1"/>
                  </a:moveTo>
                  <a:lnTo>
                    <a:pt x="0" y="11523"/>
                  </a:lnTo>
                  <a:lnTo>
                    <a:pt x="9099" y="11523"/>
                  </a:lnTo>
                  <a:lnTo>
                    <a:pt x="9099" y="2190"/>
                  </a:lnTo>
                  <a:lnTo>
                    <a:pt x="71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6"/>
            <p:cNvSpPr/>
            <p:nvPr/>
          </p:nvSpPr>
          <p:spPr>
            <a:xfrm>
              <a:off x="675239" y="2615226"/>
              <a:ext cx="162241" cy="184288"/>
            </a:xfrm>
            <a:custGeom>
              <a:rect b="b" l="l" r="r" t="t"/>
              <a:pathLst>
                <a:path extrusionOk="0" h="2190" w="1928">
                  <a:moveTo>
                    <a:pt x="0" y="1"/>
                  </a:moveTo>
                  <a:lnTo>
                    <a:pt x="0" y="2190"/>
                  </a:lnTo>
                  <a:lnTo>
                    <a:pt x="1927" y="21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6"/>
            <p:cNvSpPr/>
            <p:nvPr/>
          </p:nvSpPr>
          <p:spPr>
            <a:xfrm>
              <a:off x="209140" y="2850505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6"/>
            <p:cNvSpPr/>
            <p:nvPr/>
          </p:nvSpPr>
          <p:spPr>
            <a:xfrm>
              <a:off x="209140" y="291210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6"/>
            <p:cNvSpPr/>
            <p:nvPr/>
          </p:nvSpPr>
          <p:spPr>
            <a:xfrm>
              <a:off x="209140" y="2973530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26"/>
            <p:cNvSpPr/>
            <p:nvPr/>
          </p:nvSpPr>
          <p:spPr>
            <a:xfrm>
              <a:off x="209140" y="303487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26"/>
            <p:cNvSpPr/>
            <p:nvPr/>
          </p:nvSpPr>
          <p:spPr>
            <a:xfrm>
              <a:off x="209140" y="309647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26"/>
            <p:cNvSpPr/>
            <p:nvPr/>
          </p:nvSpPr>
          <p:spPr>
            <a:xfrm>
              <a:off x="209140" y="3157899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26"/>
            <p:cNvSpPr/>
            <p:nvPr/>
          </p:nvSpPr>
          <p:spPr>
            <a:xfrm>
              <a:off x="209140" y="3219328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26"/>
            <p:cNvSpPr/>
            <p:nvPr/>
          </p:nvSpPr>
          <p:spPr>
            <a:xfrm>
              <a:off x="209140" y="328092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26"/>
            <p:cNvSpPr/>
            <p:nvPr/>
          </p:nvSpPr>
          <p:spPr>
            <a:xfrm>
              <a:off x="209140" y="334235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26"/>
            <p:cNvSpPr/>
            <p:nvPr/>
          </p:nvSpPr>
          <p:spPr>
            <a:xfrm>
              <a:off x="209140" y="3403697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26"/>
            <p:cNvSpPr/>
            <p:nvPr/>
          </p:nvSpPr>
          <p:spPr>
            <a:xfrm>
              <a:off x="209140" y="346529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26"/>
            <p:cNvSpPr/>
            <p:nvPr/>
          </p:nvSpPr>
          <p:spPr>
            <a:xfrm>
              <a:off x="303470" y="2383649"/>
              <a:ext cx="765765" cy="969492"/>
            </a:xfrm>
            <a:custGeom>
              <a:rect b="b" l="l" r="r" t="t"/>
              <a:pathLst>
                <a:path extrusionOk="0" h="11521" w="9100">
                  <a:moveTo>
                    <a:pt x="1" y="1"/>
                  </a:moveTo>
                  <a:lnTo>
                    <a:pt x="1" y="11520"/>
                  </a:lnTo>
                  <a:lnTo>
                    <a:pt x="9100" y="11520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26"/>
            <p:cNvSpPr/>
            <p:nvPr/>
          </p:nvSpPr>
          <p:spPr>
            <a:xfrm>
              <a:off x="906815" y="2383649"/>
              <a:ext cx="162409" cy="183952"/>
            </a:xfrm>
            <a:custGeom>
              <a:rect b="b" l="l" r="r" t="t"/>
              <a:pathLst>
                <a:path extrusionOk="0" h="2186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26"/>
            <p:cNvSpPr/>
            <p:nvPr/>
          </p:nvSpPr>
          <p:spPr>
            <a:xfrm>
              <a:off x="440885" y="261876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26"/>
            <p:cNvSpPr/>
            <p:nvPr/>
          </p:nvSpPr>
          <p:spPr>
            <a:xfrm>
              <a:off x="440885" y="268018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26"/>
            <p:cNvSpPr/>
            <p:nvPr/>
          </p:nvSpPr>
          <p:spPr>
            <a:xfrm>
              <a:off x="440885" y="2741785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6"/>
            <p:cNvSpPr/>
            <p:nvPr/>
          </p:nvSpPr>
          <p:spPr>
            <a:xfrm>
              <a:off x="440885" y="280312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6"/>
            <p:cNvSpPr/>
            <p:nvPr/>
          </p:nvSpPr>
          <p:spPr>
            <a:xfrm>
              <a:off x="440885" y="286455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6"/>
            <p:cNvSpPr/>
            <p:nvPr/>
          </p:nvSpPr>
          <p:spPr>
            <a:xfrm>
              <a:off x="440885" y="292615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6"/>
            <p:cNvSpPr/>
            <p:nvPr/>
          </p:nvSpPr>
          <p:spPr>
            <a:xfrm>
              <a:off x="440885" y="2987583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6"/>
            <p:cNvSpPr/>
            <p:nvPr/>
          </p:nvSpPr>
          <p:spPr>
            <a:xfrm>
              <a:off x="440885" y="3048927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6"/>
            <p:cNvSpPr/>
            <p:nvPr/>
          </p:nvSpPr>
          <p:spPr>
            <a:xfrm>
              <a:off x="440885" y="311052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6"/>
            <p:cNvSpPr/>
            <p:nvPr/>
          </p:nvSpPr>
          <p:spPr>
            <a:xfrm>
              <a:off x="440885" y="317212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6"/>
            <p:cNvSpPr/>
            <p:nvPr/>
          </p:nvSpPr>
          <p:spPr>
            <a:xfrm>
              <a:off x="440885" y="323354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6"/>
            <p:cNvSpPr/>
            <p:nvPr/>
          </p:nvSpPr>
          <p:spPr>
            <a:xfrm>
              <a:off x="535215" y="2151904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1" y="1"/>
                  </a:moveTo>
                  <a:lnTo>
                    <a:pt x="1" y="11522"/>
                  </a:lnTo>
                  <a:lnTo>
                    <a:pt x="9100" y="11522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26"/>
            <p:cNvSpPr/>
            <p:nvPr/>
          </p:nvSpPr>
          <p:spPr>
            <a:xfrm>
              <a:off x="1138561" y="2151904"/>
              <a:ext cx="162409" cy="183868"/>
            </a:xfrm>
            <a:custGeom>
              <a:rect b="b" l="l" r="r" t="t"/>
              <a:pathLst>
                <a:path extrusionOk="0" h="2185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26"/>
            <p:cNvSpPr/>
            <p:nvPr/>
          </p:nvSpPr>
          <p:spPr>
            <a:xfrm>
              <a:off x="672714" y="238701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26"/>
            <p:cNvSpPr/>
            <p:nvPr/>
          </p:nvSpPr>
          <p:spPr>
            <a:xfrm>
              <a:off x="672714" y="2448359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26"/>
            <p:cNvSpPr/>
            <p:nvPr/>
          </p:nvSpPr>
          <p:spPr>
            <a:xfrm>
              <a:off x="672714" y="250995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26"/>
            <p:cNvSpPr/>
            <p:nvPr/>
          </p:nvSpPr>
          <p:spPr>
            <a:xfrm>
              <a:off x="672714" y="257138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26"/>
            <p:cNvSpPr/>
            <p:nvPr/>
          </p:nvSpPr>
          <p:spPr>
            <a:xfrm>
              <a:off x="672714" y="2632813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26"/>
            <p:cNvSpPr/>
            <p:nvPr/>
          </p:nvSpPr>
          <p:spPr>
            <a:xfrm>
              <a:off x="672714" y="2694578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26"/>
            <p:cNvSpPr/>
            <p:nvPr/>
          </p:nvSpPr>
          <p:spPr>
            <a:xfrm>
              <a:off x="672714" y="275600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26"/>
            <p:cNvSpPr/>
            <p:nvPr/>
          </p:nvSpPr>
          <p:spPr>
            <a:xfrm>
              <a:off x="672714" y="2817182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26"/>
            <p:cNvSpPr/>
            <p:nvPr/>
          </p:nvSpPr>
          <p:spPr>
            <a:xfrm>
              <a:off x="672714" y="2878947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26"/>
            <p:cNvSpPr/>
            <p:nvPr/>
          </p:nvSpPr>
          <p:spPr>
            <a:xfrm>
              <a:off x="672714" y="294037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26"/>
            <p:cNvSpPr/>
            <p:nvPr/>
          </p:nvSpPr>
          <p:spPr>
            <a:xfrm>
              <a:off x="672714" y="300180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4" name="Google Shape;2854;p26"/>
          <p:cNvGrpSpPr/>
          <p:nvPr/>
        </p:nvGrpSpPr>
        <p:grpSpPr>
          <a:xfrm>
            <a:off x="7680065" y="3920247"/>
            <a:ext cx="988023" cy="608391"/>
            <a:chOff x="9014981" y="3506433"/>
            <a:chExt cx="1291702" cy="795386"/>
          </a:xfrm>
        </p:grpSpPr>
        <p:sp>
          <p:nvSpPr>
            <p:cNvPr id="2855" name="Google Shape;2855;p26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fill="none" h="2996" w="6937">
                  <a:moveTo>
                    <a:pt x="1" y="1"/>
                  </a:moveTo>
                  <a:lnTo>
                    <a:pt x="6936" y="1"/>
                  </a:lnTo>
                  <a:lnTo>
                    <a:pt x="6936" y="2996"/>
                  </a:lnTo>
                  <a:lnTo>
                    <a:pt x="1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26"/>
            <p:cNvSpPr/>
            <p:nvPr/>
          </p:nvSpPr>
          <p:spPr>
            <a:xfrm>
              <a:off x="9626657" y="4049696"/>
              <a:ext cx="583749" cy="252113"/>
            </a:xfrm>
            <a:custGeom>
              <a:rect b="b" l="l" r="r" t="t"/>
              <a:pathLst>
                <a:path extrusionOk="0" h="2996" w="6937">
                  <a:moveTo>
                    <a:pt x="1" y="1"/>
                  </a:moveTo>
                  <a:lnTo>
                    <a:pt x="1" y="2996"/>
                  </a:lnTo>
                  <a:lnTo>
                    <a:pt x="6936" y="299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26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h="9452" w="15348">
                  <a:moveTo>
                    <a:pt x="1" y="1"/>
                  </a:moveTo>
                  <a:lnTo>
                    <a:pt x="1" y="9452"/>
                  </a:lnTo>
                  <a:lnTo>
                    <a:pt x="15347" y="9452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26"/>
            <p:cNvSpPr/>
            <p:nvPr/>
          </p:nvSpPr>
          <p:spPr>
            <a:xfrm>
              <a:off x="9014981" y="3506433"/>
              <a:ext cx="1291534" cy="795386"/>
            </a:xfrm>
            <a:custGeom>
              <a:rect b="b" l="l" r="r" t="t"/>
              <a:pathLst>
                <a:path extrusionOk="0" fill="none" h="9452" w="15348">
                  <a:moveTo>
                    <a:pt x="1" y="1"/>
                  </a:moveTo>
                  <a:lnTo>
                    <a:pt x="15347" y="1"/>
                  </a:lnTo>
                  <a:lnTo>
                    <a:pt x="15347" y="9452"/>
                  </a:lnTo>
                  <a:lnTo>
                    <a:pt x="1" y="94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26"/>
            <p:cNvSpPr/>
            <p:nvPr/>
          </p:nvSpPr>
          <p:spPr>
            <a:xfrm>
              <a:off x="9015149" y="3506433"/>
              <a:ext cx="1291534" cy="397777"/>
            </a:xfrm>
            <a:custGeom>
              <a:rect b="b" l="l" r="r" t="t"/>
              <a:pathLst>
                <a:path extrusionOk="0" h="4727" w="15348">
                  <a:moveTo>
                    <a:pt x="1" y="1"/>
                  </a:moveTo>
                  <a:lnTo>
                    <a:pt x="7673" y="4726"/>
                  </a:lnTo>
                  <a:lnTo>
                    <a:pt x="15347" y="1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26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fill="none" h="2996" w="6934">
                  <a:moveTo>
                    <a:pt x="0" y="1"/>
                  </a:moveTo>
                  <a:lnTo>
                    <a:pt x="6933" y="1"/>
                  </a:lnTo>
                  <a:lnTo>
                    <a:pt x="6933" y="2996"/>
                  </a:lnTo>
                  <a:lnTo>
                    <a:pt x="0" y="299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26"/>
            <p:cNvSpPr/>
            <p:nvPr/>
          </p:nvSpPr>
          <p:spPr>
            <a:xfrm>
              <a:off x="9368994" y="4049696"/>
              <a:ext cx="583496" cy="252113"/>
            </a:xfrm>
            <a:custGeom>
              <a:rect b="b" l="l" r="r" t="t"/>
              <a:pathLst>
                <a:path extrusionOk="0" h="2996" w="6934">
                  <a:moveTo>
                    <a:pt x="0" y="1"/>
                  </a:moveTo>
                  <a:lnTo>
                    <a:pt x="0" y="2996"/>
                  </a:lnTo>
                  <a:lnTo>
                    <a:pt x="6933" y="2996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26"/>
            <p:cNvSpPr/>
            <p:nvPr/>
          </p:nvSpPr>
          <p:spPr>
            <a:xfrm>
              <a:off x="9494712" y="4125093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1"/>
                  </a:moveTo>
                  <a:lnTo>
                    <a:pt x="3945" y="1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26"/>
            <p:cNvSpPr/>
            <p:nvPr/>
          </p:nvSpPr>
          <p:spPr>
            <a:xfrm>
              <a:off x="9494712" y="4215384"/>
              <a:ext cx="332056" cy="84"/>
            </a:xfrm>
            <a:custGeom>
              <a:rect b="b" l="l" r="r" t="t"/>
              <a:pathLst>
                <a:path extrusionOk="0" fill="none" h="1" w="3946">
                  <a:moveTo>
                    <a:pt x="0" y="0"/>
                  </a:moveTo>
                  <a:lnTo>
                    <a:pt x="3945" y="0"/>
                  </a:lnTo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4" name="Google Shape;2864;p26"/>
          <p:cNvGrpSpPr/>
          <p:nvPr/>
        </p:nvGrpSpPr>
        <p:grpSpPr>
          <a:xfrm>
            <a:off x="4143367" y="4554769"/>
            <a:ext cx="842530" cy="84105"/>
            <a:chOff x="8131923" y="2641852"/>
            <a:chExt cx="1144898" cy="114273"/>
          </a:xfrm>
        </p:grpSpPr>
        <p:sp>
          <p:nvSpPr>
            <p:cNvPr id="2865" name="Google Shape;2865;p26"/>
            <p:cNvSpPr/>
            <p:nvPr/>
          </p:nvSpPr>
          <p:spPr>
            <a:xfrm>
              <a:off x="8131923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0" y="378"/>
                    <a:pt x="0" y="846"/>
                  </a:cubicBezTo>
                  <a:cubicBezTo>
                    <a:pt x="0" y="1312"/>
                    <a:pt x="378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26"/>
            <p:cNvSpPr/>
            <p:nvPr/>
          </p:nvSpPr>
          <p:spPr>
            <a:xfrm>
              <a:off x="8475468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1" y="378"/>
                    <a:pt x="1" y="846"/>
                  </a:cubicBezTo>
                  <a:cubicBezTo>
                    <a:pt x="1" y="1312"/>
                    <a:pt x="378" y="1692"/>
                    <a:pt x="846" y="1692"/>
                  </a:cubicBezTo>
                  <a:cubicBezTo>
                    <a:pt x="1312" y="1692"/>
                    <a:pt x="1692" y="1312"/>
                    <a:pt x="1692" y="846"/>
                  </a:cubicBezTo>
                  <a:cubicBezTo>
                    <a:pt x="1692" y="378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26"/>
            <p:cNvSpPr/>
            <p:nvPr/>
          </p:nvSpPr>
          <p:spPr>
            <a:xfrm>
              <a:off x="8819014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80" y="1"/>
                    <a:pt x="0" y="378"/>
                    <a:pt x="0" y="846"/>
                  </a:cubicBezTo>
                  <a:cubicBezTo>
                    <a:pt x="0" y="1312"/>
                    <a:pt x="380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26"/>
            <p:cNvSpPr/>
            <p:nvPr/>
          </p:nvSpPr>
          <p:spPr>
            <a:xfrm>
              <a:off x="9162560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0" y="378"/>
                    <a:pt x="0" y="846"/>
                  </a:cubicBezTo>
                  <a:cubicBezTo>
                    <a:pt x="0" y="1312"/>
                    <a:pt x="378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p27"/>
          <p:cNvSpPr/>
          <p:nvPr/>
        </p:nvSpPr>
        <p:spPr>
          <a:xfrm>
            <a:off x="483000" y="695225"/>
            <a:ext cx="8252400" cy="3811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74" name="Google Shape;2874;p27"/>
          <p:cNvSpPr txBox="1"/>
          <p:nvPr>
            <p:ph type="title"/>
          </p:nvPr>
        </p:nvSpPr>
        <p:spPr>
          <a:xfrm>
            <a:off x="1198625" y="13143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5" name="Google Shape;2875;p27"/>
          <p:cNvSpPr txBox="1"/>
          <p:nvPr>
            <p:ph idx="1" type="subTitle"/>
          </p:nvPr>
        </p:nvSpPr>
        <p:spPr>
          <a:xfrm>
            <a:off x="1198625" y="2197675"/>
            <a:ext cx="5665800" cy="19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focuses on the design, implementation, simulation, and verification of an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8-bit Arithmetic Logic Unit using Verilog HDL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28"/>
          <p:cNvSpPr/>
          <p:nvPr/>
        </p:nvSpPr>
        <p:spPr>
          <a:xfrm>
            <a:off x="431375" y="643575"/>
            <a:ext cx="8304000" cy="3971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81" name="Google Shape;2881;p28"/>
          <p:cNvSpPr txBox="1"/>
          <p:nvPr>
            <p:ph type="title"/>
          </p:nvPr>
        </p:nvSpPr>
        <p:spPr>
          <a:xfrm>
            <a:off x="966200" y="6665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OVERALL FLOW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2" name="Google Shape;2882;p28"/>
          <p:cNvSpPr txBox="1"/>
          <p:nvPr>
            <p:ph idx="1" type="subTitle"/>
          </p:nvPr>
        </p:nvSpPr>
        <p:spPr>
          <a:xfrm>
            <a:off x="1198625" y="1887300"/>
            <a:ext cx="4228500" cy="19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28"/>
          <p:cNvSpPr/>
          <p:nvPr/>
        </p:nvSpPr>
        <p:spPr>
          <a:xfrm>
            <a:off x="959600" y="1309475"/>
            <a:ext cx="7447200" cy="324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28"/>
          <p:cNvSpPr/>
          <p:nvPr/>
        </p:nvSpPr>
        <p:spPr>
          <a:xfrm>
            <a:off x="1230005" y="3122876"/>
            <a:ext cx="6300145" cy="6882"/>
          </a:xfrm>
          <a:custGeom>
            <a:rect b="b" l="l" r="r" t="t"/>
            <a:pathLst>
              <a:path extrusionOk="0" h="9525" w="6829425">
                <a:moveTo>
                  <a:pt x="542924" y="0"/>
                </a:moveTo>
                <a:lnTo>
                  <a:pt x="0" y="0"/>
                </a:lnTo>
                <a:moveTo>
                  <a:pt x="1124242" y="0"/>
                </a:moveTo>
                <a:lnTo>
                  <a:pt x="599794" y="0"/>
                </a:lnTo>
                <a:moveTo>
                  <a:pt x="1685925" y="0"/>
                </a:moveTo>
                <a:lnTo>
                  <a:pt x="1181100" y="0"/>
                </a:lnTo>
                <a:moveTo>
                  <a:pt x="2257424" y="0"/>
                </a:moveTo>
                <a:lnTo>
                  <a:pt x="1742790" y="0"/>
                </a:lnTo>
                <a:moveTo>
                  <a:pt x="2828925" y="0"/>
                </a:moveTo>
                <a:lnTo>
                  <a:pt x="2314292" y="0"/>
                </a:lnTo>
                <a:moveTo>
                  <a:pt x="3400716" y="0"/>
                </a:moveTo>
                <a:lnTo>
                  <a:pt x="2885790" y="0"/>
                </a:lnTo>
                <a:moveTo>
                  <a:pt x="3972209" y="0"/>
                </a:moveTo>
                <a:lnTo>
                  <a:pt x="3457575" y="0"/>
                </a:lnTo>
                <a:moveTo>
                  <a:pt x="4543425" y="0"/>
                </a:moveTo>
                <a:lnTo>
                  <a:pt x="4029075" y="0"/>
                </a:lnTo>
                <a:moveTo>
                  <a:pt x="5115207" y="0"/>
                </a:moveTo>
                <a:lnTo>
                  <a:pt x="4600385" y="0"/>
                </a:lnTo>
                <a:moveTo>
                  <a:pt x="5686710" y="0"/>
                </a:moveTo>
                <a:lnTo>
                  <a:pt x="5172075" y="0"/>
                </a:lnTo>
                <a:moveTo>
                  <a:pt x="6258215" y="0"/>
                </a:moveTo>
                <a:lnTo>
                  <a:pt x="5743575" y="0"/>
                </a:lnTo>
                <a:moveTo>
                  <a:pt x="6315075" y="0"/>
                </a:moveTo>
                <a:lnTo>
                  <a:pt x="6829425" y="0"/>
                </a:lnTo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5" name="Google Shape;2885;p28"/>
          <p:cNvGrpSpPr/>
          <p:nvPr/>
        </p:nvGrpSpPr>
        <p:grpSpPr>
          <a:xfrm>
            <a:off x="7573367" y="3103525"/>
            <a:ext cx="488493" cy="38543"/>
            <a:chOff x="7162800" y="2545080"/>
            <a:chExt cx="529589" cy="53340"/>
          </a:xfrm>
        </p:grpSpPr>
        <p:sp>
          <p:nvSpPr>
            <p:cNvPr id="2886" name="Google Shape;2886;p28"/>
            <p:cNvSpPr/>
            <p:nvPr/>
          </p:nvSpPr>
          <p:spPr>
            <a:xfrm>
              <a:off x="7162800" y="2571750"/>
              <a:ext cx="515969" cy="9525"/>
            </a:xfrm>
            <a:custGeom>
              <a:rect b="b" l="l" r="r" t="t"/>
              <a:pathLst>
                <a:path extrusionOk="0" h="9525" w="515969">
                  <a:moveTo>
                    <a:pt x="51596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6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025" lIns="66050" spcFirstLastPara="1" rIns="66050" wrap="square" tIns="33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28"/>
            <p:cNvSpPr/>
            <p:nvPr/>
          </p:nvSpPr>
          <p:spPr>
            <a:xfrm>
              <a:off x="7644764" y="2545080"/>
              <a:ext cx="47625" cy="53340"/>
            </a:xfrm>
            <a:custGeom>
              <a:rect b="b" l="l" r="r" t="t"/>
              <a:pathLst>
                <a:path extrusionOk="0" h="53340" w="47625">
                  <a:moveTo>
                    <a:pt x="47625" y="26670"/>
                  </a:moveTo>
                  <a:lnTo>
                    <a:pt x="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6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025" lIns="66050" spcFirstLastPara="1" rIns="66050" wrap="square" tIns="33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8" name="Google Shape;2888;p28"/>
          <p:cNvSpPr/>
          <p:nvPr/>
        </p:nvSpPr>
        <p:spPr>
          <a:xfrm>
            <a:off x="1344235" y="2668594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28"/>
          <p:cNvSpPr/>
          <p:nvPr/>
        </p:nvSpPr>
        <p:spPr>
          <a:xfrm>
            <a:off x="1730857" y="2998981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0"/>
                </a:moveTo>
                <a:lnTo>
                  <a:pt x="28575" y="142875"/>
                </a:lnTo>
                <a:moveTo>
                  <a:pt x="57150" y="171450"/>
                </a:moveTo>
                <a:cubicBezTo>
                  <a:pt x="57150" y="187231"/>
                  <a:pt x="44356" y="200025"/>
                  <a:pt x="28575" y="200025"/>
                </a:cubicBezTo>
                <a:cubicBezTo>
                  <a:pt x="12793" y="200025"/>
                  <a:pt x="0" y="187231"/>
                  <a:pt x="0" y="171450"/>
                </a:cubicBezTo>
                <a:cubicBezTo>
                  <a:pt x="0" y="155668"/>
                  <a:pt x="12793" y="142875"/>
                  <a:pt x="28575" y="142875"/>
                </a:cubicBezTo>
                <a:cubicBezTo>
                  <a:pt x="44356" y="142875"/>
                  <a:pt x="57150" y="155668"/>
                  <a:pt x="57150" y="171450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28"/>
          <p:cNvSpPr/>
          <p:nvPr/>
        </p:nvSpPr>
        <p:spPr>
          <a:xfrm>
            <a:off x="1871447" y="3246771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28"/>
          <p:cNvSpPr/>
          <p:nvPr/>
        </p:nvSpPr>
        <p:spPr>
          <a:xfrm>
            <a:off x="2266856" y="3102227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200025"/>
                </a:moveTo>
                <a:lnTo>
                  <a:pt x="28575" y="57150"/>
                </a:lnTo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28"/>
          <p:cNvSpPr/>
          <p:nvPr/>
        </p:nvSpPr>
        <p:spPr>
          <a:xfrm>
            <a:off x="2389873" y="2668594"/>
            <a:ext cx="843533" cy="330327"/>
          </a:xfrm>
          <a:custGeom>
            <a:rect b="b" l="l" r="r" t="t"/>
            <a:pathLst>
              <a:path extrusionOk="0" h="457200" w="914399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399" y="29241"/>
                  <a:pt x="914399" y="65313"/>
                </a:cubicBezTo>
                <a:lnTo>
                  <a:pt x="914399" y="391886"/>
                </a:lnTo>
                <a:cubicBezTo>
                  <a:pt x="914399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28"/>
          <p:cNvSpPr/>
          <p:nvPr/>
        </p:nvSpPr>
        <p:spPr>
          <a:xfrm>
            <a:off x="2785283" y="2998981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0"/>
                </a:moveTo>
                <a:lnTo>
                  <a:pt x="28575" y="142875"/>
                </a:lnTo>
                <a:moveTo>
                  <a:pt x="57150" y="171450"/>
                </a:moveTo>
                <a:cubicBezTo>
                  <a:pt x="57150" y="187231"/>
                  <a:pt x="44356" y="200025"/>
                  <a:pt x="28575" y="200025"/>
                </a:cubicBezTo>
                <a:cubicBezTo>
                  <a:pt x="12793" y="200025"/>
                  <a:pt x="0" y="187231"/>
                  <a:pt x="0" y="171450"/>
                </a:cubicBezTo>
                <a:cubicBezTo>
                  <a:pt x="0" y="155668"/>
                  <a:pt x="12793" y="142875"/>
                  <a:pt x="28575" y="142875"/>
                </a:cubicBezTo>
                <a:cubicBezTo>
                  <a:pt x="44356" y="142875"/>
                  <a:pt x="57150" y="155668"/>
                  <a:pt x="57150" y="171450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28"/>
          <p:cNvSpPr/>
          <p:nvPr/>
        </p:nvSpPr>
        <p:spPr>
          <a:xfrm>
            <a:off x="2917086" y="3246771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28"/>
          <p:cNvSpPr/>
          <p:nvPr/>
        </p:nvSpPr>
        <p:spPr>
          <a:xfrm>
            <a:off x="3312495" y="3102227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200025"/>
                </a:moveTo>
                <a:lnTo>
                  <a:pt x="28575" y="57150"/>
                </a:lnTo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28"/>
          <p:cNvSpPr/>
          <p:nvPr/>
        </p:nvSpPr>
        <p:spPr>
          <a:xfrm>
            <a:off x="3453085" y="2668594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28"/>
          <p:cNvSpPr/>
          <p:nvPr/>
        </p:nvSpPr>
        <p:spPr>
          <a:xfrm>
            <a:off x="3839708" y="2998981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0"/>
                </a:moveTo>
                <a:lnTo>
                  <a:pt x="28575" y="142875"/>
                </a:lnTo>
                <a:moveTo>
                  <a:pt x="57150" y="171450"/>
                </a:moveTo>
                <a:cubicBezTo>
                  <a:pt x="57150" y="187231"/>
                  <a:pt x="44356" y="200025"/>
                  <a:pt x="28575" y="200025"/>
                </a:cubicBezTo>
                <a:cubicBezTo>
                  <a:pt x="12793" y="200025"/>
                  <a:pt x="0" y="187231"/>
                  <a:pt x="0" y="171450"/>
                </a:cubicBezTo>
                <a:cubicBezTo>
                  <a:pt x="0" y="155668"/>
                  <a:pt x="12793" y="142875"/>
                  <a:pt x="28575" y="142875"/>
                </a:cubicBezTo>
                <a:cubicBezTo>
                  <a:pt x="44356" y="142875"/>
                  <a:pt x="57150" y="155668"/>
                  <a:pt x="57150" y="171450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8" name="Google Shape;2898;p28"/>
          <p:cNvSpPr/>
          <p:nvPr/>
        </p:nvSpPr>
        <p:spPr>
          <a:xfrm>
            <a:off x="3971511" y="3246771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28"/>
          <p:cNvSpPr/>
          <p:nvPr/>
        </p:nvSpPr>
        <p:spPr>
          <a:xfrm>
            <a:off x="4366920" y="3102227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200025"/>
                </a:moveTo>
                <a:lnTo>
                  <a:pt x="28575" y="57150"/>
                </a:lnTo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0" name="Google Shape;2900;p28"/>
          <p:cNvSpPr/>
          <p:nvPr/>
        </p:nvSpPr>
        <p:spPr>
          <a:xfrm>
            <a:off x="4498723" y="2668594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28"/>
          <p:cNvSpPr/>
          <p:nvPr/>
        </p:nvSpPr>
        <p:spPr>
          <a:xfrm>
            <a:off x="4894133" y="2998981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0"/>
                </a:moveTo>
                <a:lnTo>
                  <a:pt x="28575" y="142875"/>
                </a:lnTo>
                <a:moveTo>
                  <a:pt x="57150" y="171450"/>
                </a:moveTo>
                <a:cubicBezTo>
                  <a:pt x="57150" y="187231"/>
                  <a:pt x="44356" y="200025"/>
                  <a:pt x="28575" y="200025"/>
                </a:cubicBezTo>
                <a:cubicBezTo>
                  <a:pt x="12793" y="200025"/>
                  <a:pt x="0" y="187231"/>
                  <a:pt x="0" y="171450"/>
                </a:cubicBezTo>
                <a:cubicBezTo>
                  <a:pt x="0" y="155668"/>
                  <a:pt x="12793" y="142875"/>
                  <a:pt x="28575" y="142875"/>
                </a:cubicBezTo>
                <a:cubicBezTo>
                  <a:pt x="44356" y="142875"/>
                  <a:pt x="57150" y="155668"/>
                  <a:pt x="57150" y="171450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28"/>
          <p:cNvSpPr/>
          <p:nvPr/>
        </p:nvSpPr>
        <p:spPr>
          <a:xfrm>
            <a:off x="5025936" y="3246771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28"/>
          <p:cNvSpPr/>
          <p:nvPr/>
        </p:nvSpPr>
        <p:spPr>
          <a:xfrm>
            <a:off x="5421345" y="3102227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200025"/>
                </a:moveTo>
                <a:lnTo>
                  <a:pt x="28575" y="57150"/>
                </a:lnTo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28"/>
          <p:cNvSpPr/>
          <p:nvPr/>
        </p:nvSpPr>
        <p:spPr>
          <a:xfrm>
            <a:off x="5553148" y="2668594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28"/>
          <p:cNvSpPr/>
          <p:nvPr/>
        </p:nvSpPr>
        <p:spPr>
          <a:xfrm>
            <a:off x="5948558" y="2998981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0"/>
                </a:moveTo>
                <a:lnTo>
                  <a:pt x="28575" y="142875"/>
                </a:lnTo>
                <a:moveTo>
                  <a:pt x="57150" y="171450"/>
                </a:moveTo>
                <a:cubicBezTo>
                  <a:pt x="57150" y="187231"/>
                  <a:pt x="44356" y="200025"/>
                  <a:pt x="28575" y="200025"/>
                </a:cubicBezTo>
                <a:cubicBezTo>
                  <a:pt x="12793" y="200025"/>
                  <a:pt x="0" y="187231"/>
                  <a:pt x="0" y="171450"/>
                </a:cubicBezTo>
                <a:cubicBezTo>
                  <a:pt x="0" y="155668"/>
                  <a:pt x="12793" y="142875"/>
                  <a:pt x="28575" y="142875"/>
                </a:cubicBezTo>
                <a:cubicBezTo>
                  <a:pt x="44356" y="142875"/>
                  <a:pt x="57150" y="155668"/>
                  <a:pt x="57150" y="171450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28"/>
          <p:cNvSpPr/>
          <p:nvPr/>
        </p:nvSpPr>
        <p:spPr>
          <a:xfrm>
            <a:off x="6089148" y="3246771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28"/>
          <p:cNvSpPr/>
          <p:nvPr/>
        </p:nvSpPr>
        <p:spPr>
          <a:xfrm>
            <a:off x="6475770" y="3102227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200025"/>
                </a:moveTo>
                <a:lnTo>
                  <a:pt x="28575" y="57150"/>
                </a:lnTo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28"/>
          <p:cNvSpPr/>
          <p:nvPr/>
        </p:nvSpPr>
        <p:spPr>
          <a:xfrm>
            <a:off x="6607573" y="2668594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28"/>
          <p:cNvSpPr/>
          <p:nvPr/>
        </p:nvSpPr>
        <p:spPr>
          <a:xfrm>
            <a:off x="7002983" y="2998981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0"/>
                </a:moveTo>
                <a:lnTo>
                  <a:pt x="28575" y="142875"/>
                </a:lnTo>
                <a:moveTo>
                  <a:pt x="57150" y="171450"/>
                </a:moveTo>
                <a:cubicBezTo>
                  <a:pt x="57150" y="187231"/>
                  <a:pt x="44356" y="200025"/>
                  <a:pt x="28575" y="200025"/>
                </a:cubicBezTo>
                <a:cubicBezTo>
                  <a:pt x="12793" y="200025"/>
                  <a:pt x="0" y="187231"/>
                  <a:pt x="0" y="171450"/>
                </a:cubicBezTo>
                <a:cubicBezTo>
                  <a:pt x="0" y="155668"/>
                  <a:pt x="12793" y="142875"/>
                  <a:pt x="28575" y="142875"/>
                </a:cubicBezTo>
                <a:cubicBezTo>
                  <a:pt x="44356" y="142875"/>
                  <a:pt x="57150" y="155668"/>
                  <a:pt x="57150" y="171450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28"/>
          <p:cNvSpPr/>
          <p:nvPr/>
        </p:nvSpPr>
        <p:spPr>
          <a:xfrm>
            <a:off x="7125999" y="3246771"/>
            <a:ext cx="843534" cy="330327"/>
          </a:xfrm>
          <a:custGeom>
            <a:rect b="b" l="l" r="r" t="t"/>
            <a:pathLst>
              <a:path extrusionOk="0" h="457200" w="914400">
                <a:moveTo>
                  <a:pt x="0" y="65313"/>
                </a:moveTo>
                <a:cubicBezTo>
                  <a:pt x="0" y="29241"/>
                  <a:pt x="25587" y="0"/>
                  <a:pt x="57150" y="0"/>
                </a:cubicBezTo>
                <a:lnTo>
                  <a:pt x="857250" y="0"/>
                </a:lnTo>
                <a:cubicBezTo>
                  <a:pt x="888812" y="0"/>
                  <a:pt x="914400" y="29241"/>
                  <a:pt x="914400" y="65313"/>
                </a:cubicBezTo>
                <a:lnTo>
                  <a:pt x="914400" y="391886"/>
                </a:lnTo>
                <a:cubicBezTo>
                  <a:pt x="914400" y="427958"/>
                  <a:pt x="888812" y="457200"/>
                  <a:pt x="857250" y="457200"/>
                </a:cubicBezTo>
                <a:lnTo>
                  <a:pt x="57150" y="457200"/>
                </a:lnTo>
                <a:cubicBezTo>
                  <a:pt x="25587" y="457200"/>
                  <a:pt x="0" y="427958"/>
                  <a:pt x="0" y="391886"/>
                </a:cubicBezTo>
                <a:lnTo>
                  <a:pt x="0" y="65313"/>
                </a:ln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28"/>
          <p:cNvSpPr/>
          <p:nvPr/>
        </p:nvSpPr>
        <p:spPr>
          <a:xfrm>
            <a:off x="7530195" y="3102227"/>
            <a:ext cx="52721" cy="144518"/>
          </a:xfrm>
          <a:custGeom>
            <a:rect b="b" l="l" r="r" t="t"/>
            <a:pathLst>
              <a:path extrusionOk="0" h="200025" w="57150">
                <a:moveTo>
                  <a:pt x="28575" y="200025"/>
                </a:moveTo>
                <a:lnTo>
                  <a:pt x="28575" y="57150"/>
                </a:lnTo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cap="flat" cmpd="sng" w="6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28"/>
          <p:cNvSpPr/>
          <p:nvPr/>
        </p:nvSpPr>
        <p:spPr>
          <a:xfrm>
            <a:off x="4762330" y="2730542"/>
            <a:ext cx="316325" cy="206454"/>
          </a:xfrm>
          <a:custGeom>
            <a:rect b="b" l="l" r="r" t="t"/>
            <a:pathLst>
              <a:path extrusionOk="0" h="285750" w="342900">
                <a:moveTo>
                  <a:pt x="35718" y="200025"/>
                </a:moveTo>
                <a:cubicBezTo>
                  <a:pt x="31775" y="200025"/>
                  <a:pt x="28575" y="196824"/>
                  <a:pt x="28575" y="192881"/>
                </a:cubicBezTo>
                <a:lnTo>
                  <a:pt x="28575" y="35718"/>
                </a:lnTo>
                <a:cubicBezTo>
                  <a:pt x="28575" y="31775"/>
                  <a:pt x="31775" y="28575"/>
                  <a:pt x="35718" y="28575"/>
                </a:cubicBezTo>
                <a:lnTo>
                  <a:pt x="244602" y="28575"/>
                </a:lnTo>
                <a:cubicBezTo>
                  <a:pt x="248545" y="28575"/>
                  <a:pt x="251745" y="31775"/>
                  <a:pt x="251745" y="35718"/>
                </a:cubicBezTo>
                <a:lnTo>
                  <a:pt x="251745" y="85725"/>
                </a:lnTo>
                <a:cubicBezTo>
                  <a:pt x="251745" y="93611"/>
                  <a:pt x="258146" y="100012"/>
                  <a:pt x="266033" y="100012"/>
                </a:cubicBezTo>
                <a:cubicBezTo>
                  <a:pt x="273919" y="100012"/>
                  <a:pt x="280320" y="93611"/>
                  <a:pt x="280320" y="85725"/>
                </a:cubicBezTo>
                <a:lnTo>
                  <a:pt x="280320" y="28575"/>
                </a:lnTo>
                <a:cubicBezTo>
                  <a:pt x="280320" y="12792"/>
                  <a:pt x="267528" y="0"/>
                  <a:pt x="251745" y="0"/>
                </a:cubicBezTo>
                <a:lnTo>
                  <a:pt x="28575" y="0"/>
                </a:lnTo>
                <a:cubicBezTo>
                  <a:pt x="12792" y="0"/>
                  <a:pt x="0" y="12792"/>
                  <a:pt x="0" y="28575"/>
                </a:cubicBezTo>
                <a:lnTo>
                  <a:pt x="0" y="200025"/>
                </a:lnTo>
                <a:cubicBezTo>
                  <a:pt x="0" y="215807"/>
                  <a:pt x="12792" y="228600"/>
                  <a:pt x="28575" y="228600"/>
                </a:cubicBezTo>
                <a:lnTo>
                  <a:pt x="105441" y="228600"/>
                </a:lnTo>
                <a:cubicBezTo>
                  <a:pt x="107356" y="228676"/>
                  <a:pt x="108870" y="230257"/>
                  <a:pt x="108870" y="232171"/>
                </a:cubicBezTo>
                <a:lnTo>
                  <a:pt x="108870" y="253603"/>
                </a:lnTo>
                <a:cubicBezTo>
                  <a:pt x="108870" y="255517"/>
                  <a:pt x="107356" y="257098"/>
                  <a:pt x="105441" y="257175"/>
                </a:cubicBezTo>
                <a:lnTo>
                  <a:pt x="71437" y="257175"/>
                </a:lnTo>
                <a:cubicBezTo>
                  <a:pt x="63550" y="257175"/>
                  <a:pt x="57150" y="263575"/>
                  <a:pt x="57150" y="271462"/>
                </a:cubicBezTo>
                <a:cubicBezTo>
                  <a:pt x="57150" y="279349"/>
                  <a:pt x="63550" y="285750"/>
                  <a:pt x="71437" y="285750"/>
                </a:cubicBezTo>
                <a:lnTo>
                  <a:pt x="180308" y="285750"/>
                </a:lnTo>
                <a:cubicBezTo>
                  <a:pt x="188194" y="285750"/>
                  <a:pt x="194595" y="279349"/>
                  <a:pt x="194595" y="271462"/>
                </a:cubicBezTo>
                <a:cubicBezTo>
                  <a:pt x="194595" y="263575"/>
                  <a:pt x="188194" y="257175"/>
                  <a:pt x="180308" y="257175"/>
                </a:cubicBezTo>
                <a:lnTo>
                  <a:pt x="141160" y="257175"/>
                </a:lnTo>
                <a:cubicBezTo>
                  <a:pt x="139160" y="257175"/>
                  <a:pt x="137521" y="255603"/>
                  <a:pt x="137445" y="253603"/>
                </a:cubicBezTo>
                <a:lnTo>
                  <a:pt x="137445" y="231886"/>
                </a:lnTo>
                <a:cubicBezTo>
                  <a:pt x="137607" y="230247"/>
                  <a:pt x="138826" y="228904"/>
                  <a:pt x="140446" y="228600"/>
                </a:cubicBezTo>
                <a:cubicBezTo>
                  <a:pt x="148332" y="227771"/>
                  <a:pt x="154057" y="220703"/>
                  <a:pt x="153228" y="212817"/>
                </a:cubicBezTo>
                <a:cubicBezTo>
                  <a:pt x="152400" y="204920"/>
                  <a:pt x="145332" y="199196"/>
                  <a:pt x="137445" y="200025"/>
                </a:cubicBezTo>
                <a:lnTo>
                  <a:pt x="35718" y="200025"/>
                </a:lnTo>
                <a:moveTo>
                  <a:pt x="49577" y="114300"/>
                </a:moveTo>
                <a:lnTo>
                  <a:pt x="68008" y="95440"/>
                </a:lnTo>
                <a:cubicBezTo>
                  <a:pt x="68703" y="94764"/>
                  <a:pt x="69103" y="93840"/>
                  <a:pt x="69103" y="92868"/>
                </a:cubicBezTo>
                <a:cubicBezTo>
                  <a:pt x="69103" y="91897"/>
                  <a:pt x="68703" y="90973"/>
                  <a:pt x="68008" y="90296"/>
                </a:cubicBezTo>
                <a:lnTo>
                  <a:pt x="49577" y="71437"/>
                </a:lnTo>
                <a:cubicBezTo>
                  <a:pt x="45843" y="69018"/>
                  <a:pt x="43995" y="64550"/>
                  <a:pt x="44929" y="60197"/>
                </a:cubicBezTo>
                <a:cubicBezTo>
                  <a:pt x="45862" y="55854"/>
                  <a:pt x="49377" y="52530"/>
                  <a:pt x="53778" y="51854"/>
                </a:cubicBezTo>
                <a:cubicBezTo>
                  <a:pt x="58169" y="51177"/>
                  <a:pt x="62522" y="53282"/>
                  <a:pt x="64722" y="57150"/>
                </a:cubicBezTo>
                <a:lnTo>
                  <a:pt x="93297" y="85725"/>
                </a:lnTo>
                <a:cubicBezTo>
                  <a:pt x="97478" y="89906"/>
                  <a:pt x="97478" y="96688"/>
                  <a:pt x="93297" y="100869"/>
                </a:cubicBezTo>
                <a:lnTo>
                  <a:pt x="64722" y="129444"/>
                </a:lnTo>
                <a:cubicBezTo>
                  <a:pt x="60540" y="133626"/>
                  <a:pt x="53759" y="133626"/>
                  <a:pt x="49577" y="129444"/>
                </a:cubicBezTo>
                <a:cubicBezTo>
                  <a:pt x="45396" y="125263"/>
                  <a:pt x="45396" y="118481"/>
                  <a:pt x="49577" y="114300"/>
                </a:cubicBezTo>
                <a:moveTo>
                  <a:pt x="100012" y="139303"/>
                </a:moveTo>
                <a:cubicBezTo>
                  <a:pt x="94097" y="139303"/>
                  <a:pt x="89296" y="134502"/>
                  <a:pt x="89296" y="128587"/>
                </a:cubicBezTo>
                <a:cubicBezTo>
                  <a:pt x="89296" y="122672"/>
                  <a:pt x="94097" y="117871"/>
                  <a:pt x="100012" y="117871"/>
                </a:cubicBezTo>
                <a:lnTo>
                  <a:pt x="130302" y="117871"/>
                </a:lnTo>
                <a:cubicBezTo>
                  <a:pt x="136217" y="117871"/>
                  <a:pt x="141017" y="122672"/>
                  <a:pt x="141017" y="128587"/>
                </a:cubicBezTo>
                <a:cubicBezTo>
                  <a:pt x="141017" y="134502"/>
                  <a:pt x="136217" y="139303"/>
                  <a:pt x="130302" y="139303"/>
                </a:cubicBezTo>
                <a:lnTo>
                  <a:pt x="100012" y="139303"/>
                </a:lnTo>
                <a:moveTo>
                  <a:pt x="260746" y="207168"/>
                </a:moveTo>
                <a:cubicBezTo>
                  <a:pt x="260746" y="211112"/>
                  <a:pt x="257546" y="214312"/>
                  <a:pt x="253603" y="214312"/>
                </a:cubicBezTo>
                <a:cubicBezTo>
                  <a:pt x="249659" y="214312"/>
                  <a:pt x="246459" y="211112"/>
                  <a:pt x="246459" y="207168"/>
                </a:cubicBezTo>
                <a:lnTo>
                  <a:pt x="246459" y="132445"/>
                </a:lnTo>
                <a:cubicBezTo>
                  <a:pt x="246449" y="129978"/>
                  <a:pt x="245154" y="127701"/>
                  <a:pt x="243030" y="126444"/>
                </a:cubicBezTo>
                <a:cubicBezTo>
                  <a:pt x="224713" y="116385"/>
                  <a:pt x="204206" y="110994"/>
                  <a:pt x="183308" y="110728"/>
                </a:cubicBezTo>
                <a:cubicBezTo>
                  <a:pt x="178631" y="110547"/>
                  <a:pt x="174078" y="112299"/>
                  <a:pt x="170735" y="115585"/>
                </a:cubicBezTo>
                <a:cubicBezTo>
                  <a:pt x="167373" y="118852"/>
                  <a:pt x="165468" y="123329"/>
                  <a:pt x="165449" y="128015"/>
                </a:cubicBezTo>
                <a:lnTo>
                  <a:pt x="165449" y="232029"/>
                </a:lnTo>
                <a:cubicBezTo>
                  <a:pt x="165515" y="241249"/>
                  <a:pt x="172812" y="248793"/>
                  <a:pt x="182022" y="249173"/>
                </a:cubicBezTo>
                <a:cubicBezTo>
                  <a:pt x="205492" y="248850"/>
                  <a:pt x="228333" y="256736"/>
                  <a:pt x="246602" y="271462"/>
                </a:cubicBezTo>
                <a:cubicBezTo>
                  <a:pt x="250783" y="275643"/>
                  <a:pt x="257565" y="275643"/>
                  <a:pt x="261747" y="271462"/>
                </a:cubicBezTo>
                <a:cubicBezTo>
                  <a:pt x="279958" y="256584"/>
                  <a:pt x="302809" y="248545"/>
                  <a:pt x="326326" y="248745"/>
                </a:cubicBezTo>
                <a:cubicBezTo>
                  <a:pt x="335375" y="248373"/>
                  <a:pt x="342604" y="241087"/>
                  <a:pt x="342900" y="232029"/>
                </a:cubicBezTo>
                <a:lnTo>
                  <a:pt x="342900" y="128587"/>
                </a:lnTo>
                <a:cubicBezTo>
                  <a:pt x="342880" y="123901"/>
                  <a:pt x="340975" y="119424"/>
                  <a:pt x="337613" y="116157"/>
                </a:cubicBezTo>
                <a:cubicBezTo>
                  <a:pt x="334279" y="112861"/>
                  <a:pt x="329726" y="111099"/>
                  <a:pt x="325040" y="111299"/>
                </a:cubicBezTo>
                <a:cubicBezTo>
                  <a:pt x="303647" y="111528"/>
                  <a:pt x="282654" y="117186"/>
                  <a:pt x="264033" y="127730"/>
                </a:cubicBezTo>
                <a:cubicBezTo>
                  <a:pt x="261985" y="129044"/>
                  <a:pt x="260746" y="131302"/>
                  <a:pt x="260746" y="133730"/>
                </a:cubicBezTo>
                <a:lnTo>
                  <a:pt x="260746" y="207168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28"/>
          <p:cNvSpPr/>
          <p:nvPr/>
        </p:nvSpPr>
        <p:spPr>
          <a:xfrm>
            <a:off x="5816755" y="2709893"/>
            <a:ext cx="316334" cy="247745"/>
          </a:xfrm>
          <a:custGeom>
            <a:rect b="b" l="l" r="r" t="t"/>
            <a:pathLst>
              <a:path extrusionOk="0" h="342900" w="342909">
                <a:moveTo>
                  <a:pt x="209740" y="174307"/>
                </a:moveTo>
                <a:cubicBezTo>
                  <a:pt x="205397" y="177765"/>
                  <a:pt x="199139" y="177326"/>
                  <a:pt x="195310" y="173307"/>
                </a:cubicBezTo>
                <a:lnTo>
                  <a:pt x="157162" y="132588"/>
                </a:lnTo>
                <a:cubicBezTo>
                  <a:pt x="153590" y="128492"/>
                  <a:pt x="153590" y="122396"/>
                  <a:pt x="157162" y="118300"/>
                </a:cubicBezTo>
                <a:lnTo>
                  <a:pt x="194595" y="78295"/>
                </a:lnTo>
                <a:cubicBezTo>
                  <a:pt x="198739" y="75447"/>
                  <a:pt x="204301" y="75866"/>
                  <a:pt x="207978" y="79305"/>
                </a:cubicBezTo>
                <a:cubicBezTo>
                  <a:pt x="211645" y="82734"/>
                  <a:pt x="212436" y="88258"/>
                  <a:pt x="209883" y="92582"/>
                </a:cubicBezTo>
                <a:lnTo>
                  <a:pt x="181308" y="123586"/>
                </a:lnTo>
                <a:cubicBezTo>
                  <a:pt x="180022" y="125006"/>
                  <a:pt x="180022" y="127168"/>
                  <a:pt x="181308" y="128587"/>
                </a:cubicBezTo>
                <a:lnTo>
                  <a:pt x="209740" y="160020"/>
                </a:lnTo>
                <a:cubicBezTo>
                  <a:pt x="213312" y="164115"/>
                  <a:pt x="213312" y="170211"/>
                  <a:pt x="209740" y="174307"/>
                </a:cubicBezTo>
                <a:moveTo>
                  <a:pt x="232743" y="159162"/>
                </a:moveTo>
                <a:lnTo>
                  <a:pt x="261747" y="128730"/>
                </a:lnTo>
                <a:cubicBezTo>
                  <a:pt x="263013" y="127358"/>
                  <a:pt x="263013" y="125244"/>
                  <a:pt x="261747" y="123872"/>
                </a:cubicBezTo>
                <a:lnTo>
                  <a:pt x="233172" y="92725"/>
                </a:lnTo>
                <a:cubicBezTo>
                  <a:pt x="231095" y="90754"/>
                  <a:pt x="229914" y="88020"/>
                  <a:pt x="229914" y="85153"/>
                </a:cubicBezTo>
                <a:cubicBezTo>
                  <a:pt x="229914" y="82286"/>
                  <a:pt x="231095" y="79552"/>
                  <a:pt x="233172" y="77581"/>
                </a:cubicBezTo>
                <a:cubicBezTo>
                  <a:pt x="237353" y="73399"/>
                  <a:pt x="244135" y="73399"/>
                  <a:pt x="248316" y="77581"/>
                </a:cubicBezTo>
                <a:lnTo>
                  <a:pt x="286178" y="118443"/>
                </a:lnTo>
                <a:cubicBezTo>
                  <a:pt x="289750" y="122539"/>
                  <a:pt x="289750" y="128635"/>
                  <a:pt x="286178" y="132730"/>
                </a:cubicBezTo>
                <a:lnTo>
                  <a:pt x="248030" y="173450"/>
                </a:lnTo>
                <a:cubicBezTo>
                  <a:pt x="243887" y="176298"/>
                  <a:pt x="238325" y="175879"/>
                  <a:pt x="234648" y="172440"/>
                </a:cubicBezTo>
                <a:cubicBezTo>
                  <a:pt x="230981" y="169011"/>
                  <a:pt x="230190" y="163487"/>
                  <a:pt x="232743" y="159162"/>
                </a:cubicBezTo>
                <a:moveTo>
                  <a:pt x="334470" y="42862"/>
                </a:moveTo>
                <a:lnTo>
                  <a:pt x="300037" y="8429"/>
                </a:lnTo>
                <a:cubicBezTo>
                  <a:pt x="294703" y="3067"/>
                  <a:pt x="287454" y="28"/>
                  <a:pt x="279892" y="0"/>
                </a:cubicBezTo>
                <a:lnTo>
                  <a:pt x="114300" y="0"/>
                </a:lnTo>
                <a:cubicBezTo>
                  <a:pt x="98517" y="0"/>
                  <a:pt x="85725" y="12792"/>
                  <a:pt x="85725" y="28575"/>
                </a:cubicBezTo>
                <a:lnTo>
                  <a:pt x="85725" y="131587"/>
                </a:lnTo>
                <a:cubicBezTo>
                  <a:pt x="85725" y="133502"/>
                  <a:pt x="87239" y="135083"/>
                  <a:pt x="89154" y="135159"/>
                </a:cubicBezTo>
                <a:cubicBezTo>
                  <a:pt x="94440" y="135159"/>
                  <a:pt x="103441" y="135159"/>
                  <a:pt x="110442" y="136445"/>
                </a:cubicBezTo>
                <a:cubicBezTo>
                  <a:pt x="111442" y="136521"/>
                  <a:pt x="112423" y="136188"/>
                  <a:pt x="113156" y="135502"/>
                </a:cubicBezTo>
                <a:cubicBezTo>
                  <a:pt x="113890" y="134826"/>
                  <a:pt x="114300" y="133873"/>
                  <a:pt x="114300" y="132873"/>
                </a:cubicBezTo>
                <a:lnTo>
                  <a:pt x="114300" y="35718"/>
                </a:lnTo>
                <a:cubicBezTo>
                  <a:pt x="114300" y="31775"/>
                  <a:pt x="117500" y="28575"/>
                  <a:pt x="121443" y="28575"/>
                </a:cubicBezTo>
                <a:lnTo>
                  <a:pt x="276891" y="28575"/>
                </a:lnTo>
                <a:cubicBezTo>
                  <a:pt x="278787" y="28555"/>
                  <a:pt x="280606" y="29327"/>
                  <a:pt x="281892" y="30718"/>
                </a:cubicBezTo>
                <a:lnTo>
                  <a:pt x="312181" y="61007"/>
                </a:lnTo>
                <a:cubicBezTo>
                  <a:pt x="313572" y="62293"/>
                  <a:pt x="314344" y="64112"/>
                  <a:pt x="314325" y="66008"/>
                </a:cubicBezTo>
                <a:lnTo>
                  <a:pt x="314325" y="257175"/>
                </a:lnTo>
                <a:cubicBezTo>
                  <a:pt x="314325" y="261118"/>
                  <a:pt x="311124" y="264318"/>
                  <a:pt x="307181" y="264318"/>
                </a:cubicBezTo>
                <a:lnTo>
                  <a:pt x="209026" y="264318"/>
                </a:lnTo>
                <a:cubicBezTo>
                  <a:pt x="207311" y="264366"/>
                  <a:pt x="205873" y="265623"/>
                  <a:pt x="205597" y="267319"/>
                </a:cubicBezTo>
                <a:cubicBezTo>
                  <a:pt x="204406" y="274434"/>
                  <a:pt x="202539" y="281416"/>
                  <a:pt x="200025" y="288178"/>
                </a:cubicBezTo>
                <a:cubicBezTo>
                  <a:pt x="199596" y="289226"/>
                  <a:pt x="199720" y="290426"/>
                  <a:pt x="200348" y="291369"/>
                </a:cubicBezTo>
                <a:cubicBezTo>
                  <a:pt x="200977" y="292312"/>
                  <a:pt x="202034" y="292884"/>
                  <a:pt x="203168" y="292893"/>
                </a:cubicBezTo>
                <a:lnTo>
                  <a:pt x="314325" y="292893"/>
                </a:lnTo>
                <a:cubicBezTo>
                  <a:pt x="330107" y="292893"/>
                  <a:pt x="342900" y="280101"/>
                  <a:pt x="342900" y="264318"/>
                </a:cubicBezTo>
                <a:lnTo>
                  <a:pt x="342900" y="63150"/>
                </a:lnTo>
                <a:cubicBezTo>
                  <a:pt x="342909" y="55530"/>
                  <a:pt x="339871" y="48234"/>
                  <a:pt x="334470" y="42862"/>
                </a:cubicBezTo>
                <a:moveTo>
                  <a:pt x="92868" y="157162"/>
                </a:moveTo>
                <a:cubicBezTo>
                  <a:pt x="41576" y="157162"/>
                  <a:pt x="0" y="198739"/>
                  <a:pt x="0" y="250031"/>
                </a:cubicBezTo>
                <a:cubicBezTo>
                  <a:pt x="0" y="301323"/>
                  <a:pt x="41576" y="342900"/>
                  <a:pt x="92868" y="342900"/>
                </a:cubicBezTo>
                <a:cubicBezTo>
                  <a:pt x="144160" y="342900"/>
                  <a:pt x="185737" y="301323"/>
                  <a:pt x="185737" y="250031"/>
                </a:cubicBezTo>
                <a:cubicBezTo>
                  <a:pt x="185661" y="198777"/>
                  <a:pt x="144122" y="157238"/>
                  <a:pt x="92868" y="157162"/>
                </a:cubicBezTo>
                <a:moveTo>
                  <a:pt x="139588" y="231600"/>
                </a:moveTo>
                <a:lnTo>
                  <a:pt x="98155" y="286893"/>
                </a:lnTo>
                <a:cubicBezTo>
                  <a:pt x="94430" y="291922"/>
                  <a:pt x="88687" y="295055"/>
                  <a:pt x="82438" y="295465"/>
                </a:cubicBezTo>
                <a:lnTo>
                  <a:pt x="81010" y="295465"/>
                </a:lnTo>
                <a:cubicBezTo>
                  <a:pt x="75323" y="295455"/>
                  <a:pt x="69884" y="293198"/>
                  <a:pt x="65865" y="289179"/>
                </a:cubicBezTo>
                <a:lnTo>
                  <a:pt x="44434" y="267747"/>
                </a:lnTo>
                <a:cubicBezTo>
                  <a:pt x="40500" y="263528"/>
                  <a:pt x="40614" y="256946"/>
                  <a:pt x="44700" y="252869"/>
                </a:cubicBezTo>
                <a:cubicBezTo>
                  <a:pt x="48777" y="248783"/>
                  <a:pt x="55359" y="248669"/>
                  <a:pt x="59578" y="252603"/>
                </a:cubicBezTo>
                <a:lnTo>
                  <a:pt x="78152" y="271462"/>
                </a:lnTo>
                <a:cubicBezTo>
                  <a:pt x="78828" y="272205"/>
                  <a:pt x="79790" y="272634"/>
                  <a:pt x="80800" y="272634"/>
                </a:cubicBezTo>
                <a:cubicBezTo>
                  <a:pt x="81800" y="272634"/>
                  <a:pt x="82762" y="272205"/>
                  <a:pt x="83438" y="271462"/>
                </a:cubicBezTo>
                <a:lnTo>
                  <a:pt x="122443" y="219455"/>
                </a:lnTo>
                <a:cubicBezTo>
                  <a:pt x="125996" y="214722"/>
                  <a:pt x="132711" y="213760"/>
                  <a:pt x="137445" y="217312"/>
                </a:cubicBezTo>
                <a:cubicBezTo>
                  <a:pt x="142179" y="220865"/>
                  <a:pt x="143141" y="227580"/>
                  <a:pt x="139588" y="232314"/>
                </a:cubicBezTo>
                <a:lnTo>
                  <a:pt x="139588" y="23160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28"/>
          <p:cNvSpPr/>
          <p:nvPr/>
        </p:nvSpPr>
        <p:spPr>
          <a:xfrm>
            <a:off x="6874474" y="2712473"/>
            <a:ext cx="309735" cy="242584"/>
          </a:xfrm>
          <a:custGeom>
            <a:rect b="b" l="l" r="r" t="t"/>
            <a:pathLst>
              <a:path extrusionOk="0" h="335756" w="335756">
                <a:moveTo>
                  <a:pt x="146446" y="157162"/>
                </a:moveTo>
                <a:cubicBezTo>
                  <a:pt x="148418" y="157162"/>
                  <a:pt x="150018" y="155562"/>
                  <a:pt x="150018" y="153590"/>
                </a:cubicBezTo>
                <a:lnTo>
                  <a:pt x="150018" y="3571"/>
                </a:lnTo>
                <a:cubicBezTo>
                  <a:pt x="150018" y="1600"/>
                  <a:pt x="148418" y="0"/>
                  <a:pt x="146446" y="0"/>
                </a:cubicBezTo>
                <a:lnTo>
                  <a:pt x="53578" y="0"/>
                </a:lnTo>
                <a:cubicBezTo>
                  <a:pt x="23983" y="0"/>
                  <a:pt x="0" y="23983"/>
                  <a:pt x="0" y="53578"/>
                </a:cubicBezTo>
                <a:lnTo>
                  <a:pt x="0" y="153590"/>
                </a:lnTo>
                <a:cubicBezTo>
                  <a:pt x="0" y="155562"/>
                  <a:pt x="1600" y="157162"/>
                  <a:pt x="3571" y="157162"/>
                </a:cubicBezTo>
                <a:lnTo>
                  <a:pt x="146446" y="157162"/>
                </a:lnTo>
                <a:moveTo>
                  <a:pt x="110728" y="100012"/>
                </a:moveTo>
                <a:lnTo>
                  <a:pt x="89296" y="100012"/>
                </a:lnTo>
                <a:cubicBezTo>
                  <a:pt x="87325" y="100012"/>
                  <a:pt x="85725" y="101612"/>
                  <a:pt x="85725" y="103584"/>
                </a:cubicBezTo>
                <a:lnTo>
                  <a:pt x="85725" y="125015"/>
                </a:lnTo>
                <a:cubicBezTo>
                  <a:pt x="85725" y="130930"/>
                  <a:pt x="80924" y="135731"/>
                  <a:pt x="75009" y="135731"/>
                </a:cubicBezTo>
                <a:cubicBezTo>
                  <a:pt x="69094" y="135731"/>
                  <a:pt x="64293" y="130930"/>
                  <a:pt x="64293" y="125015"/>
                </a:cubicBezTo>
                <a:lnTo>
                  <a:pt x="64293" y="103584"/>
                </a:lnTo>
                <a:cubicBezTo>
                  <a:pt x="64293" y="101612"/>
                  <a:pt x="62693" y="100012"/>
                  <a:pt x="60721" y="100012"/>
                </a:cubicBezTo>
                <a:lnTo>
                  <a:pt x="39290" y="100012"/>
                </a:lnTo>
                <a:cubicBezTo>
                  <a:pt x="33375" y="100012"/>
                  <a:pt x="28575" y="95211"/>
                  <a:pt x="28575" y="89296"/>
                </a:cubicBezTo>
                <a:cubicBezTo>
                  <a:pt x="28575" y="83381"/>
                  <a:pt x="33375" y="78581"/>
                  <a:pt x="39290" y="78581"/>
                </a:cubicBezTo>
                <a:lnTo>
                  <a:pt x="60721" y="78581"/>
                </a:lnTo>
                <a:cubicBezTo>
                  <a:pt x="62693" y="78581"/>
                  <a:pt x="64293" y="76981"/>
                  <a:pt x="64293" y="75009"/>
                </a:cubicBezTo>
                <a:lnTo>
                  <a:pt x="64293" y="53578"/>
                </a:lnTo>
                <a:cubicBezTo>
                  <a:pt x="64293" y="47663"/>
                  <a:pt x="69094" y="42862"/>
                  <a:pt x="75009" y="42862"/>
                </a:cubicBezTo>
                <a:cubicBezTo>
                  <a:pt x="80924" y="42862"/>
                  <a:pt x="85725" y="47663"/>
                  <a:pt x="85725" y="53578"/>
                </a:cubicBezTo>
                <a:lnTo>
                  <a:pt x="85725" y="75009"/>
                </a:lnTo>
                <a:cubicBezTo>
                  <a:pt x="85725" y="76981"/>
                  <a:pt x="87325" y="78581"/>
                  <a:pt x="89296" y="78581"/>
                </a:cubicBezTo>
                <a:lnTo>
                  <a:pt x="110728" y="78581"/>
                </a:lnTo>
                <a:cubicBezTo>
                  <a:pt x="116643" y="78581"/>
                  <a:pt x="121443" y="83381"/>
                  <a:pt x="121443" y="89296"/>
                </a:cubicBezTo>
                <a:cubicBezTo>
                  <a:pt x="121443" y="95211"/>
                  <a:pt x="116643" y="100012"/>
                  <a:pt x="110728" y="100012"/>
                </a:cubicBezTo>
                <a:moveTo>
                  <a:pt x="171450" y="153590"/>
                </a:moveTo>
                <a:cubicBezTo>
                  <a:pt x="171450" y="155562"/>
                  <a:pt x="173050" y="157162"/>
                  <a:pt x="175021" y="157162"/>
                </a:cubicBezTo>
                <a:lnTo>
                  <a:pt x="332184" y="157162"/>
                </a:lnTo>
                <a:cubicBezTo>
                  <a:pt x="334156" y="157162"/>
                  <a:pt x="335756" y="155562"/>
                  <a:pt x="335756" y="153590"/>
                </a:cubicBezTo>
                <a:lnTo>
                  <a:pt x="335756" y="53578"/>
                </a:lnTo>
                <a:cubicBezTo>
                  <a:pt x="335756" y="23983"/>
                  <a:pt x="311772" y="0"/>
                  <a:pt x="282178" y="0"/>
                </a:cubicBezTo>
                <a:lnTo>
                  <a:pt x="175021" y="0"/>
                </a:lnTo>
                <a:cubicBezTo>
                  <a:pt x="173050" y="0"/>
                  <a:pt x="171450" y="1600"/>
                  <a:pt x="171450" y="3571"/>
                </a:cubicBezTo>
                <a:lnTo>
                  <a:pt x="171450" y="153590"/>
                </a:lnTo>
                <a:moveTo>
                  <a:pt x="282178" y="100012"/>
                </a:moveTo>
                <a:lnTo>
                  <a:pt x="210740" y="100012"/>
                </a:lnTo>
                <a:cubicBezTo>
                  <a:pt x="204825" y="100012"/>
                  <a:pt x="200025" y="95211"/>
                  <a:pt x="200025" y="89296"/>
                </a:cubicBezTo>
                <a:cubicBezTo>
                  <a:pt x="200025" y="83381"/>
                  <a:pt x="204825" y="78581"/>
                  <a:pt x="210740" y="78581"/>
                </a:cubicBezTo>
                <a:lnTo>
                  <a:pt x="282178" y="78581"/>
                </a:lnTo>
                <a:cubicBezTo>
                  <a:pt x="288093" y="78581"/>
                  <a:pt x="292893" y="83381"/>
                  <a:pt x="292893" y="89296"/>
                </a:cubicBezTo>
                <a:cubicBezTo>
                  <a:pt x="292893" y="95211"/>
                  <a:pt x="288093" y="100012"/>
                  <a:pt x="282178" y="100012"/>
                </a:cubicBezTo>
                <a:moveTo>
                  <a:pt x="150018" y="182165"/>
                </a:moveTo>
                <a:cubicBezTo>
                  <a:pt x="150018" y="180193"/>
                  <a:pt x="148418" y="178593"/>
                  <a:pt x="146446" y="178593"/>
                </a:cubicBezTo>
                <a:lnTo>
                  <a:pt x="3571" y="178593"/>
                </a:lnTo>
                <a:cubicBezTo>
                  <a:pt x="1600" y="178593"/>
                  <a:pt x="0" y="180193"/>
                  <a:pt x="0" y="182165"/>
                </a:cubicBezTo>
                <a:lnTo>
                  <a:pt x="0" y="282178"/>
                </a:lnTo>
                <a:cubicBezTo>
                  <a:pt x="0" y="311772"/>
                  <a:pt x="23983" y="335756"/>
                  <a:pt x="53578" y="335756"/>
                </a:cubicBezTo>
                <a:lnTo>
                  <a:pt x="146446" y="335756"/>
                </a:lnTo>
                <a:cubicBezTo>
                  <a:pt x="148418" y="335756"/>
                  <a:pt x="150018" y="334156"/>
                  <a:pt x="150018" y="332184"/>
                </a:cubicBezTo>
                <a:lnTo>
                  <a:pt x="150018" y="182165"/>
                </a:lnTo>
                <a:moveTo>
                  <a:pt x="39290" y="225028"/>
                </a:moveTo>
                <a:cubicBezTo>
                  <a:pt x="35042" y="222999"/>
                  <a:pt x="32613" y="218427"/>
                  <a:pt x="33308" y="213769"/>
                </a:cubicBezTo>
                <a:cubicBezTo>
                  <a:pt x="34004" y="209111"/>
                  <a:pt x="37661" y="205454"/>
                  <a:pt x="42319" y="204758"/>
                </a:cubicBezTo>
                <a:cubicBezTo>
                  <a:pt x="46977" y="204063"/>
                  <a:pt x="51549" y="206492"/>
                  <a:pt x="53578" y="210740"/>
                </a:cubicBezTo>
                <a:lnTo>
                  <a:pt x="72008" y="229171"/>
                </a:lnTo>
                <a:cubicBezTo>
                  <a:pt x="72685" y="229866"/>
                  <a:pt x="73609" y="230266"/>
                  <a:pt x="74580" y="230266"/>
                </a:cubicBezTo>
                <a:cubicBezTo>
                  <a:pt x="75552" y="230266"/>
                  <a:pt x="76476" y="229866"/>
                  <a:pt x="77152" y="229171"/>
                </a:cubicBezTo>
                <a:lnTo>
                  <a:pt x="96440" y="210740"/>
                </a:lnTo>
                <a:cubicBezTo>
                  <a:pt x="98469" y="206492"/>
                  <a:pt x="103041" y="204063"/>
                  <a:pt x="107699" y="204758"/>
                </a:cubicBezTo>
                <a:cubicBezTo>
                  <a:pt x="112356" y="205454"/>
                  <a:pt x="116014" y="209111"/>
                  <a:pt x="116709" y="213769"/>
                </a:cubicBezTo>
                <a:cubicBezTo>
                  <a:pt x="117405" y="218427"/>
                  <a:pt x="114976" y="222999"/>
                  <a:pt x="110728" y="225028"/>
                </a:cubicBezTo>
                <a:lnTo>
                  <a:pt x="92725" y="243887"/>
                </a:lnTo>
                <a:cubicBezTo>
                  <a:pt x="92030" y="244563"/>
                  <a:pt x="91630" y="245487"/>
                  <a:pt x="91630" y="246459"/>
                </a:cubicBezTo>
                <a:cubicBezTo>
                  <a:pt x="91630" y="247430"/>
                  <a:pt x="92030" y="248354"/>
                  <a:pt x="92725" y="249031"/>
                </a:cubicBezTo>
                <a:lnTo>
                  <a:pt x="110728" y="267890"/>
                </a:lnTo>
                <a:cubicBezTo>
                  <a:pt x="114366" y="271957"/>
                  <a:pt x="114366" y="278110"/>
                  <a:pt x="110728" y="282178"/>
                </a:cubicBezTo>
                <a:cubicBezTo>
                  <a:pt x="106660" y="285816"/>
                  <a:pt x="100507" y="285816"/>
                  <a:pt x="96440" y="282178"/>
                </a:cubicBezTo>
                <a:lnTo>
                  <a:pt x="77581" y="264175"/>
                </a:lnTo>
                <a:cubicBezTo>
                  <a:pt x="76904" y="263480"/>
                  <a:pt x="75980" y="263080"/>
                  <a:pt x="75009" y="263080"/>
                </a:cubicBezTo>
                <a:cubicBezTo>
                  <a:pt x="74037" y="263080"/>
                  <a:pt x="73113" y="263480"/>
                  <a:pt x="72437" y="264175"/>
                </a:cubicBezTo>
                <a:lnTo>
                  <a:pt x="53578" y="282178"/>
                </a:lnTo>
                <a:cubicBezTo>
                  <a:pt x="49510" y="285816"/>
                  <a:pt x="43357" y="285816"/>
                  <a:pt x="39290" y="282178"/>
                </a:cubicBezTo>
                <a:cubicBezTo>
                  <a:pt x="35652" y="278110"/>
                  <a:pt x="35652" y="271957"/>
                  <a:pt x="39290" y="267890"/>
                </a:cubicBezTo>
                <a:lnTo>
                  <a:pt x="57721" y="249459"/>
                </a:lnTo>
                <a:cubicBezTo>
                  <a:pt x="58416" y="248783"/>
                  <a:pt x="58816" y="247859"/>
                  <a:pt x="58816" y="246888"/>
                </a:cubicBezTo>
                <a:cubicBezTo>
                  <a:pt x="58816" y="245916"/>
                  <a:pt x="58416" y="244992"/>
                  <a:pt x="57721" y="244316"/>
                </a:cubicBezTo>
                <a:lnTo>
                  <a:pt x="39290" y="225028"/>
                </a:lnTo>
                <a:moveTo>
                  <a:pt x="175021" y="178593"/>
                </a:moveTo>
                <a:cubicBezTo>
                  <a:pt x="173050" y="178593"/>
                  <a:pt x="171450" y="180193"/>
                  <a:pt x="171450" y="182165"/>
                </a:cubicBezTo>
                <a:lnTo>
                  <a:pt x="171450" y="332184"/>
                </a:lnTo>
                <a:cubicBezTo>
                  <a:pt x="171450" y="334156"/>
                  <a:pt x="173050" y="335756"/>
                  <a:pt x="175021" y="335756"/>
                </a:cubicBezTo>
                <a:lnTo>
                  <a:pt x="282178" y="335756"/>
                </a:lnTo>
                <a:cubicBezTo>
                  <a:pt x="311772" y="335756"/>
                  <a:pt x="335756" y="311772"/>
                  <a:pt x="335756" y="282178"/>
                </a:cubicBezTo>
                <a:lnTo>
                  <a:pt x="335756" y="182165"/>
                </a:lnTo>
                <a:cubicBezTo>
                  <a:pt x="335756" y="180193"/>
                  <a:pt x="334156" y="178593"/>
                  <a:pt x="332184" y="178593"/>
                </a:cubicBezTo>
                <a:lnTo>
                  <a:pt x="175021" y="178593"/>
                </a:lnTo>
                <a:moveTo>
                  <a:pt x="200025" y="232171"/>
                </a:moveTo>
                <a:cubicBezTo>
                  <a:pt x="200101" y="226285"/>
                  <a:pt x="204854" y="221532"/>
                  <a:pt x="210740" y="221456"/>
                </a:cubicBezTo>
                <a:lnTo>
                  <a:pt x="282178" y="221456"/>
                </a:lnTo>
                <a:cubicBezTo>
                  <a:pt x="288093" y="221456"/>
                  <a:pt x="292893" y="226256"/>
                  <a:pt x="292893" y="232171"/>
                </a:cubicBezTo>
                <a:cubicBezTo>
                  <a:pt x="292893" y="238086"/>
                  <a:pt x="288093" y="242887"/>
                  <a:pt x="282178" y="242887"/>
                </a:cubicBezTo>
                <a:lnTo>
                  <a:pt x="210740" y="242887"/>
                </a:lnTo>
                <a:cubicBezTo>
                  <a:pt x="204854" y="242811"/>
                  <a:pt x="200101" y="238058"/>
                  <a:pt x="200025" y="232171"/>
                </a:cubicBezTo>
                <a:moveTo>
                  <a:pt x="210740" y="264318"/>
                </a:moveTo>
                <a:lnTo>
                  <a:pt x="282178" y="264318"/>
                </a:lnTo>
                <a:cubicBezTo>
                  <a:pt x="288093" y="264318"/>
                  <a:pt x="292893" y="269119"/>
                  <a:pt x="292893" y="275034"/>
                </a:cubicBezTo>
                <a:cubicBezTo>
                  <a:pt x="292893" y="280949"/>
                  <a:pt x="288093" y="285750"/>
                  <a:pt x="282178" y="285750"/>
                </a:cubicBezTo>
                <a:lnTo>
                  <a:pt x="210740" y="285750"/>
                </a:lnTo>
                <a:cubicBezTo>
                  <a:pt x="204825" y="285750"/>
                  <a:pt x="200025" y="280949"/>
                  <a:pt x="200025" y="275034"/>
                </a:cubicBezTo>
                <a:cubicBezTo>
                  <a:pt x="200025" y="269119"/>
                  <a:pt x="204825" y="264318"/>
                  <a:pt x="210740" y="2643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28"/>
          <p:cNvSpPr/>
          <p:nvPr/>
        </p:nvSpPr>
        <p:spPr>
          <a:xfrm>
            <a:off x="7408277" y="3294780"/>
            <a:ext cx="296554" cy="226583"/>
          </a:xfrm>
          <a:custGeom>
            <a:rect b="b" l="l" r="r" t="t"/>
            <a:pathLst>
              <a:path extrusionOk="0" h="313610" w="321468">
                <a:moveTo>
                  <a:pt x="97155" y="0"/>
                </a:moveTo>
                <a:cubicBezTo>
                  <a:pt x="91239" y="0"/>
                  <a:pt x="86439" y="4800"/>
                  <a:pt x="86439" y="10715"/>
                </a:cubicBezTo>
                <a:lnTo>
                  <a:pt x="86439" y="26793"/>
                </a:lnTo>
                <a:lnTo>
                  <a:pt x="75723" y="26793"/>
                </a:lnTo>
                <a:cubicBezTo>
                  <a:pt x="62903" y="26689"/>
                  <a:pt x="50587" y="31746"/>
                  <a:pt x="41519" y="40805"/>
                </a:cubicBezTo>
                <a:cubicBezTo>
                  <a:pt x="32461" y="49872"/>
                  <a:pt x="27403" y="62188"/>
                  <a:pt x="27498" y="75009"/>
                </a:cubicBezTo>
                <a:cubicBezTo>
                  <a:pt x="27403" y="87830"/>
                  <a:pt x="32461" y="100145"/>
                  <a:pt x="41519" y="109213"/>
                </a:cubicBezTo>
                <a:cubicBezTo>
                  <a:pt x="50587" y="118271"/>
                  <a:pt x="62903" y="123329"/>
                  <a:pt x="75723" y="123224"/>
                </a:cubicBezTo>
                <a:lnTo>
                  <a:pt x="98555" y="123224"/>
                </a:lnTo>
                <a:cubicBezTo>
                  <a:pt x="109994" y="140779"/>
                  <a:pt x="128273" y="152723"/>
                  <a:pt x="148951" y="156133"/>
                </a:cubicBezTo>
                <a:lnTo>
                  <a:pt x="148951" y="186813"/>
                </a:lnTo>
                <a:lnTo>
                  <a:pt x="78581" y="186813"/>
                </a:lnTo>
                <a:cubicBezTo>
                  <a:pt x="71447" y="186813"/>
                  <a:pt x="64541" y="189242"/>
                  <a:pt x="59378" y="194395"/>
                </a:cubicBezTo>
                <a:cubicBezTo>
                  <a:pt x="54235" y="199548"/>
                  <a:pt x="51796" y="206473"/>
                  <a:pt x="51796" y="213598"/>
                </a:cubicBezTo>
                <a:lnTo>
                  <a:pt x="51796" y="235029"/>
                </a:lnTo>
                <a:lnTo>
                  <a:pt x="76800" y="235029"/>
                </a:lnTo>
                <a:lnTo>
                  <a:pt x="76800" y="213598"/>
                </a:lnTo>
                <a:cubicBezTo>
                  <a:pt x="76781" y="213083"/>
                  <a:pt x="76876" y="212569"/>
                  <a:pt x="77066" y="212083"/>
                </a:cubicBezTo>
                <a:cubicBezTo>
                  <a:pt x="77552" y="211893"/>
                  <a:pt x="78066" y="211797"/>
                  <a:pt x="78581" y="211816"/>
                </a:cubicBezTo>
                <a:lnTo>
                  <a:pt x="242887" y="211816"/>
                </a:lnTo>
                <a:cubicBezTo>
                  <a:pt x="243401" y="211797"/>
                  <a:pt x="243916" y="211893"/>
                  <a:pt x="244401" y="212083"/>
                </a:cubicBezTo>
                <a:cubicBezTo>
                  <a:pt x="244592" y="212569"/>
                  <a:pt x="244687" y="213083"/>
                  <a:pt x="244678" y="213598"/>
                </a:cubicBezTo>
                <a:lnTo>
                  <a:pt x="244678" y="235029"/>
                </a:lnTo>
                <a:lnTo>
                  <a:pt x="269681" y="235029"/>
                </a:lnTo>
                <a:lnTo>
                  <a:pt x="269681" y="213598"/>
                </a:lnTo>
                <a:cubicBezTo>
                  <a:pt x="269681" y="206473"/>
                  <a:pt x="267242" y="199548"/>
                  <a:pt x="262089" y="194395"/>
                </a:cubicBezTo>
                <a:cubicBezTo>
                  <a:pt x="256927" y="189252"/>
                  <a:pt x="250021" y="186813"/>
                  <a:pt x="242887" y="186813"/>
                </a:cubicBezTo>
                <a:lnTo>
                  <a:pt x="173955" y="186813"/>
                </a:lnTo>
                <a:lnTo>
                  <a:pt x="173955" y="156143"/>
                </a:lnTo>
                <a:cubicBezTo>
                  <a:pt x="194614" y="152733"/>
                  <a:pt x="212893" y="140789"/>
                  <a:pt x="224323" y="123224"/>
                </a:cubicBezTo>
                <a:lnTo>
                  <a:pt x="247173" y="123224"/>
                </a:lnTo>
                <a:cubicBezTo>
                  <a:pt x="259994" y="123329"/>
                  <a:pt x="272310" y="118271"/>
                  <a:pt x="281378" y="109213"/>
                </a:cubicBezTo>
                <a:cubicBezTo>
                  <a:pt x="290436" y="100145"/>
                  <a:pt x="295494" y="87830"/>
                  <a:pt x="295389" y="75009"/>
                </a:cubicBezTo>
                <a:cubicBezTo>
                  <a:pt x="295494" y="62188"/>
                  <a:pt x="290436" y="49872"/>
                  <a:pt x="281378" y="40805"/>
                </a:cubicBezTo>
                <a:cubicBezTo>
                  <a:pt x="272310" y="31746"/>
                  <a:pt x="259994" y="26689"/>
                  <a:pt x="247173" y="26784"/>
                </a:cubicBezTo>
                <a:lnTo>
                  <a:pt x="236458" y="26784"/>
                </a:lnTo>
                <a:lnTo>
                  <a:pt x="236458" y="10715"/>
                </a:lnTo>
                <a:cubicBezTo>
                  <a:pt x="236458" y="4800"/>
                  <a:pt x="231657" y="0"/>
                  <a:pt x="225742" y="0"/>
                </a:cubicBezTo>
                <a:lnTo>
                  <a:pt x="97155" y="0"/>
                </a:lnTo>
                <a:moveTo>
                  <a:pt x="75723" y="51796"/>
                </a:moveTo>
                <a:lnTo>
                  <a:pt x="86439" y="51796"/>
                </a:lnTo>
                <a:lnTo>
                  <a:pt x="86439" y="82153"/>
                </a:lnTo>
                <a:cubicBezTo>
                  <a:pt x="86439" y="87687"/>
                  <a:pt x="87020" y="93049"/>
                  <a:pt x="88153" y="98231"/>
                </a:cubicBezTo>
                <a:lnTo>
                  <a:pt x="75723" y="98231"/>
                </a:lnTo>
                <a:cubicBezTo>
                  <a:pt x="69532" y="98326"/>
                  <a:pt x="63579" y="95907"/>
                  <a:pt x="59197" y="91535"/>
                </a:cubicBezTo>
                <a:cubicBezTo>
                  <a:pt x="54825" y="87153"/>
                  <a:pt x="52406" y="81200"/>
                  <a:pt x="52511" y="75009"/>
                </a:cubicBezTo>
                <a:cubicBezTo>
                  <a:pt x="52406" y="68818"/>
                  <a:pt x="54825" y="62864"/>
                  <a:pt x="59197" y="58483"/>
                </a:cubicBezTo>
                <a:cubicBezTo>
                  <a:pt x="63579" y="54111"/>
                  <a:pt x="69532" y="51692"/>
                  <a:pt x="75723" y="51796"/>
                </a:cubicBezTo>
                <a:moveTo>
                  <a:pt x="247173" y="98231"/>
                </a:moveTo>
                <a:lnTo>
                  <a:pt x="234743" y="98231"/>
                </a:lnTo>
                <a:cubicBezTo>
                  <a:pt x="235886" y="92944"/>
                  <a:pt x="236458" y="87553"/>
                  <a:pt x="236458" y="82153"/>
                </a:cubicBezTo>
                <a:lnTo>
                  <a:pt x="236458" y="51796"/>
                </a:lnTo>
                <a:lnTo>
                  <a:pt x="247173" y="51796"/>
                </a:lnTo>
                <a:cubicBezTo>
                  <a:pt x="260280" y="51796"/>
                  <a:pt x="270386" y="61902"/>
                  <a:pt x="270386" y="75009"/>
                </a:cubicBezTo>
                <a:cubicBezTo>
                  <a:pt x="270386" y="88115"/>
                  <a:pt x="260280" y="98231"/>
                  <a:pt x="247173" y="98231"/>
                </a:cubicBezTo>
                <a:moveTo>
                  <a:pt x="128587" y="285035"/>
                </a:moveTo>
                <a:cubicBezTo>
                  <a:pt x="128587" y="300751"/>
                  <a:pt x="115728" y="313610"/>
                  <a:pt x="100012" y="313610"/>
                </a:cubicBezTo>
                <a:lnTo>
                  <a:pt x="28575" y="313610"/>
                </a:lnTo>
                <a:cubicBezTo>
                  <a:pt x="12858" y="313610"/>
                  <a:pt x="0" y="300751"/>
                  <a:pt x="0" y="285035"/>
                </a:cubicBezTo>
                <a:cubicBezTo>
                  <a:pt x="0" y="269319"/>
                  <a:pt x="12858" y="256460"/>
                  <a:pt x="28575" y="256460"/>
                </a:cubicBezTo>
                <a:lnTo>
                  <a:pt x="100012" y="256460"/>
                </a:lnTo>
                <a:cubicBezTo>
                  <a:pt x="115728" y="256460"/>
                  <a:pt x="128587" y="269319"/>
                  <a:pt x="128587" y="285035"/>
                </a:cubicBezTo>
                <a:moveTo>
                  <a:pt x="292893" y="313610"/>
                </a:moveTo>
                <a:cubicBezTo>
                  <a:pt x="308609" y="313610"/>
                  <a:pt x="321468" y="300751"/>
                  <a:pt x="321468" y="285035"/>
                </a:cubicBezTo>
                <a:cubicBezTo>
                  <a:pt x="321468" y="269319"/>
                  <a:pt x="308609" y="256460"/>
                  <a:pt x="292893" y="256460"/>
                </a:cubicBezTo>
                <a:lnTo>
                  <a:pt x="221456" y="256460"/>
                </a:lnTo>
                <a:cubicBezTo>
                  <a:pt x="205740" y="256460"/>
                  <a:pt x="192881" y="269319"/>
                  <a:pt x="192881" y="285035"/>
                </a:cubicBezTo>
                <a:cubicBezTo>
                  <a:pt x="192881" y="300751"/>
                  <a:pt x="205740" y="313610"/>
                  <a:pt x="221456" y="313610"/>
                </a:cubicBezTo>
                <a:lnTo>
                  <a:pt x="292893" y="31361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28"/>
          <p:cNvSpPr/>
          <p:nvPr/>
        </p:nvSpPr>
        <p:spPr>
          <a:xfrm>
            <a:off x="3707905" y="2709893"/>
            <a:ext cx="316325" cy="247745"/>
          </a:xfrm>
          <a:custGeom>
            <a:rect b="b" l="l" r="r" t="t"/>
            <a:pathLst>
              <a:path extrusionOk="0" h="342900" w="342900">
                <a:moveTo>
                  <a:pt x="321468" y="282178"/>
                </a:moveTo>
                <a:lnTo>
                  <a:pt x="321468" y="265747"/>
                </a:lnTo>
                <a:lnTo>
                  <a:pt x="332184" y="265747"/>
                </a:lnTo>
                <a:cubicBezTo>
                  <a:pt x="338099" y="265747"/>
                  <a:pt x="342900" y="260946"/>
                  <a:pt x="342900" y="255031"/>
                </a:cubicBezTo>
                <a:lnTo>
                  <a:pt x="342900" y="197881"/>
                </a:lnTo>
                <a:cubicBezTo>
                  <a:pt x="342900" y="191966"/>
                  <a:pt x="338099" y="187166"/>
                  <a:pt x="332184" y="187166"/>
                </a:cubicBezTo>
                <a:lnTo>
                  <a:pt x="321468" y="187166"/>
                </a:lnTo>
                <a:lnTo>
                  <a:pt x="321468" y="165735"/>
                </a:lnTo>
                <a:lnTo>
                  <a:pt x="332184" y="165735"/>
                </a:lnTo>
                <a:cubicBezTo>
                  <a:pt x="338099" y="165735"/>
                  <a:pt x="342900" y="160934"/>
                  <a:pt x="342900" y="155019"/>
                </a:cubicBezTo>
                <a:lnTo>
                  <a:pt x="342900" y="97869"/>
                </a:lnTo>
                <a:cubicBezTo>
                  <a:pt x="342900" y="91954"/>
                  <a:pt x="338099" y="87153"/>
                  <a:pt x="332184" y="87153"/>
                </a:cubicBezTo>
                <a:lnTo>
                  <a:pt x="321468" y="87153"/>
                </a:lnTo>
                <a:lnTo>
                  <a:pt x="321468" y="39290"/>
                </a:lnTo>
                <a:cubicBezTo>
                  <a:pt x="321421" y="17611"/>
                  <a:pt x="303857" y="47"/>
                  <a:pt x="282178" y="0"/>
                </a:cubicBezTo>
                <a:lnTo>
                  <a:pt x="60721" y="0"/>
                </a:lnTo>
                <a:cubicBezTo>
                  <a:pt x="39042" y="47"/>
                  <a:pt x="21478" y="17611"/>
                  <a:pt x="21431" y="39290"/>
                </a:cubicBezTo>
                <a:lnTo>
                  <a:pt x="21431" y="87153"/>
                </a:lnTo>
                <a:lnTo>
                  <a:pt x="82153" y="87153"/>
                </a:lnTo>
                <a:cubicBezTo>
                  <a:pt x="88068" y="87153"/>
                  <a:pt x="92868" y="91954"/>
                  <a:pt x="92868" y="97869"/>
                </a:cubicBezTo>
                <a:lnTo>
                  <a:pt x="92868" y="247888"/>
                </a:lnTo>
                <a:cubicBezTo>
                  <a:pt x="92868" y="253803"/>
                  <a:pt x="88068" y="258603"/>
                  <a:pt x="82153" y="258603"/>
                </a:cubicBezTo>
                <a:lnTo>
                  <a:pt x="21431" y="258603"/>
                </a:lnTo>
                <a:lnTo>
                  <a:pt x="21431" y="282178"/>
                </a:lnTo>
                <a:cubicBezTo>
                  <a:pt x="21478" y="303857"/>
                  <a:pt x="39042" y="321421"/>
                  <a:pt x="60721" y="321468"/>
                </a:cubicBezTo>
                <a:lnTo>
                  <a:pt x="104298" y="321468"/>
                </a:lnTo>
                <a:lnTo>
                  <a:pt x="104298" y="332184"/>
                </a:lnTo>
                <a:cubicBezTo>
                  <a:pt x="104298" y="338099"/>
                  <a:pt x="109099" y="342900"/>
                  <a:pt x="115014" y="342900"/>
                </a:cubicBezTo>
                <a:cubicBezTo>
                  <a:pt x="120929" y="342900"/>
                  <a:pt x="125729" y="338099"/>
                  <a:pt x="125729" y="332184"/>
                </a:cubicBezTo>
                <a:lnTo>
                  <a:pt x="125729" y="321468"/>
                </a:lnTo>
                <a:lnTo>
                  <a:pt x="150018" y="321468"/>
                </a:lnTo>
                <a:lnTo>
                  <a:pt x="150018" y="332184"/>
                </a:lnTo>
                <a:cubicBezTo>
                  <a:pt x="150018" y="338099"/>
                  <a:pt x="154819" y="342900"/>
                  <a:pt x="160734" y="342900"/>
                </a:cubicBezTo>
                <a:cubicBezTo>
                  <a:pt x="166649" y="342900"/>
                  <a:pt x="171450" y="338099"/>
                  <a:pt x="171450" y="332184"/>
                </a:cubicBezTo>
                <a:lnTo>
                  <a:pt x="171450" y="321468"/>
                </a:lnTo>
                <a:lnTo>
                  <a:pt x="195738" y="321468"/>
                </a:lnTo>
                <a:lnTo>
                  <a:pt x="195738" y="332184"/>
                </a:lnTo>
                <a:cubicBezTo>
                  <a:pt x="195738" y="338099"/>
                  <a:pt x="200539" y="342900"/>
                  <a:pt x="206454" y="342900"/>
                </a:cubicBezTo>
                <a:cubicBezTo>
                  <a:pt x="212369" y="342900"/>
                  <a:pt x="217170" y="338099"/>
                  <a:pt x="217170" y="332184"/>
                </a:cubicBezTo>
                <a:lnTo>
                  <a:pt x="217170" y="321468"/>
                </a:lnTo>
                <a:lnTo>
                  <a:pt x="282178" y="321468"/>
                </a:lnTo>
                <a:cubicBezTo>
                  <a:pt x="303857" y="321421"/>
                  <a:pt x="321421" y="303857"/>
                  <a:pt x="321468" y="282178"/>
                </a:cubicBezTo>
                <a:moveTo>
                  <a:pt x="321468" y="144303"/>
                </a:moveTo>
                <a:lnTo>
                  <a:pt x="285750" y="144303"/>
                </a:lnTo>
                <a:lnTo>
                  <a:pt x="285750" y="108585"/>
                </a:lnTo>
                <a:lnTo>
                  <a:pt x="321468" y="108585"/>
                </a:lnTo>
                <a:lnTo>
                  <a:pt x="321468" y="144303"/>
                </a:lnTo>
                <a:moveTo>
                  <a:pt x="21431" y="164306"/>
                </a:moveTo>
                <a:lnTo>
                  <a:pt x="21431" y="142875"/>
                </a:lnTo>
                <a:lnTo>
                  <a:pt x="10715" y="142875"/>
                </a:lnTo>
                <a:cubicBezTo>
                  <a:pt x="4800" y="142875"/>
                  <a:pt x="0" y="138074"/>
                  <a:pt x="0" y="132159"/>
                </a:cubicBezTo>
                <a:cubicBezTo>
                  <a:pt x="0" y="126244"/>
                  <a:pt x="4800" y="121443"/>
                  <a:pt x="10715" y="121443"/>
                </a:cubicBezTo>
                <a:lnTo>
                  <a:pt x="21431" y="121443"/>
                </a:lnTo>
                <a:lnTo>
                  <a:pt x="21431" y="108585"/>
                </a:lnTo>
                <a:lnTo>
                  <a:pt x="71437" y="108585"/>
                </a:lnTo>
                <a:lnTo>
                  <a:pt x="71437" y="237172"/>
                </a:lnTo>
                <a:lnTo>
                  <a:pt x="21431" y="237172"/>
                </a:lnTo>
                <a:lnTo>
                  <a:pt x="21431" y="228600"/>
                </a:lnTo>
                <a:lnTo>
                  <a:pt x="10715" y="228600"/>
                </a:lnTo>
                <a:cubicBezTo>
                  <a:pt x="4800" y="228600"/>
                  <a:pt x="0" y="223799"/>
                  <a:pt x="0" y="217884"/>
                </a:cubicBezTo>
                <a:cubicBezTo>
                  <a:pt x="0" y="211969"/>
                  <a:pt x="4800" y="207168"/>
                  <a:pt x="10715" y="207168"/>
                </a:cubicBezTo>
                <a:lnTo>
                  <a:pt x="21431" y="207168"/>
                </a:lnTo>
                <a:lnTo>
                  <a:pt x="21431" y="185737"/>
                </a:lnTo>
                <a:lnTo>
                  <a:pt x="10715" y="185737"/>
                </a:lnTo>
                <a:cubicBezTo>
                  <a:pt x="4800" y="185737"/>
                  <a:pt x="0" y="180936"/>
                  <a:pt x="0" y="175021"/>
                </a:cubicBezTo>
                <a:cubicBezTo>
                  <a:pt x="0" y="169106"/>
                  <a:pt x="4800" y="164306"/>
                  <a:pt x="10715" y="164306"/>
                </a:cubicBezTo>
                <a:lnTo>
                  <a:pt x="21431" y="164306"/>
                </a:lnTo>
                <a:moveTo>
                  <a:pt x="139303" y="137160"/>
                </a:moveTo>
                <a:lnTo>
                  <a:pt x="189309" y="137160"/>
                </a:lnTo>
                <a:cubicBezTo>
                  <a:pt x="190214" y="137160"/>
                  <a:pt x="191081" y="137502"/>
                  <a:pt x="191738" y="138112"/>
                </a:cubicBezTo>
                <a:lnTo>
                  <a:pt x="213169" y="158124"/>
                </a:lnTo>
                <a:cubicBezTo>
                  <a:pt x="213893" y="158791"/>
                  <a:pt x="214312" y="159743"/>
                  <a:pt x="214312" y="160734"/>
                </a:cubicBezTo>
                <a:lnTo>
                  <a:pt x="214312" y="203596"/>
                </a:lnTo>
                <a:cubicBezTo>
                  <a:pt x="214312" y="205568"/>
                  <a:pt x="212712" y="207168"/>
                  <a:pt x="210740" y="207168"/>
                </a:cubicBezTo>
                <a:lnTo>
                  <a:pt x="139303" y="207168"/>
                </a:lnTo>
                <a:cubicBezTo>
                  <a:pt x="137331" y="207168"/>
                  <a:pt x="135731" y="205568"/>
                  <a:pt x="135731" y="203596"/>
                </a:cubicBezTo>
                <a:lnTo>
                  <a:pt x="135731" y="140731"/>
                </a:lnTo>
                <a:cubicBezTo>
                  <a:pt x="135731" y="138760"/>
                  <a:pt x="137331" y="137160"/>
                  <a:pt x="139303" y="137160"/>
                </a:cubicBezTo>
                <a:moveTo>
                  <a:pt x="92868" y="56073"/>
                </a:moveTo>
                <a:cubicBezTo>
                  <a:pt x="92868" y="47205"/>
                  <a:pt x="100069" y="40004"/>
                  <a:pt x="108946" y="40004"/>
                </a:cubicBezTo>
                <a:cubicBezTo>
                  <a:pt x="117814" y="40004"/>
                  <a:pt x="125015" y="47205"/>
                  <a:pt x="125015" y="56073"/>
                </a:cubicBezTo>
                <a:cubicBezTo>
                  <a:pt x="125015" y="64950"/>
                  <a:pt x="117814" y="72151"/>
                  <a:pt x="108946" y="72151"/>
                </a:cubicBezTo>
                <a:cubicBezTo>
                  <a:pt x="100069" y="72151"/>
                  <a:pt x="92868" y="64950"/>
                  <a:pt x="92868" y="56073"/>
                </a:cubicBezTo>
                <a:moveTo>
                  <a:pt x="156095" y="56073"/>
                </a:moveTo>
                <a:cubicBezTo>
                  <a:pt x="156095" y="47205"/>
                  <a:pt x="163287" y="40004"/>
                  <a:pt x="172164" y="40004"/>
                </a:cubicBezTo>
                <a:cubicBezTo>
                  <a:pt x="181041" y="40004"/>
                  <a:pt x="188242" y="47205"/>
                  <a:pt x="188242" y="56073"/>
                </a:cubicBezTo>
                <a:cubicBezTo>
                  <a:pt x="188242" y="64950"/>
                  <a:pt x="181041" y="72151"/>
                  <a:pt x="172164" y="72151"/>
                </a:cubicBezTo>
                <a:cubicBezTo>
                  <a:pt x="163287" y="72151"/>
                  <a:pt x="156095" y="64950"/>
                  <a:pt x="156095" y="56073"/>
                </a:cubicBezTo>
                <a:moveTo>
                  <a:pt x="219313" y="56073"/>
                </a:moveTo>
                <a:cubicBezTo>
                  <a:pt x="219313" y="47205"/>
                  <a:pt x="226514" y="40004"/>
                  <a:pt x="235391" y="40004"/>
                </a:cubicBezTo>
                <a:cubicBezTo>
                  <a:pt x="244259" y="40004"/>
                  <a:pt x="251459" y="47205"/>
                  <a:pt x="251459" y="56073"/>
                </a:cubicBezTo>
                <a:cubicBezTo>
                  <a:pt x="251459" y="64950"/>
                  <a:pt x="244259" y="72151"/>
                  <a:pt x="235391" y="72151"/>
                </a:cubicBezTo>
                <a:cubicBezTo>
                  <a:pt x="226514" y="72151"/>
                  <a:pt x="219313" y="64950"/>
                  <a:pt x="219313" y="56073"/>
                </a:cubicBezTo>
                <a:moveTo>
                  <a:pt x="285750" y="208597"/>
                </a:moveTo>
                <a:lnTo>
                  <a:pt x="321468" y="208597"/>
                </a:lnTo>
                <a:lnTo>
                  <a:pt x="321468" y="244316"/>
                </a:lnTo>
                <a:lnTo>
                  <a:pt x="285750" y="244316"/>
                </a:lnTo>
                <a:lnTo>
                  <a:pt x="285750" y="20859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28"/>
          <p:cNvSpPr/>
          <p:nvPr/>
        </p:nvSpPr>
        <p:spPr>
          <a:xfrm>
            <a:off x="2134307" y="3287257"/>
            <a:ext cx="300772" cy="248454"/>
          </a:xfrm>
          <a:custGeom>
            <a:rect b="b" l="l" r="r" t="t"/>
            <a:pathLst>
              <a:path extrusionOk="0" h="343881" w="326040">
                <a:moveTo>
                  <a:pt x="233172" y="99993"/>
                </a:moveTo>
                <a:lnTo>
                  <a:pt x="256889" y="99993"/>
                </a:lnTo>
                <a:cubicBezTo>
                  <a:pt x="266280" y="99993"/>
                  <a:pt x="275282" y="96240"/>
                  <a:pt x="281892" y="89563"/>
                </a:cubicBezTo>
                <a:lnTo>
                  <a:pt x="315896" y="55559"/>
                </a:lnTo>
                <a:cubicBezTo>
                  <a:pt x="317544" y="53492"/>
                  <a:pt x="317915" y="50692"/>
                  <a:pt x="316868" y="48272"/>
                </a:cubicBezTo>
                <a:cubicBezTo>
                  <a:pt x="315820" y="45853"/>
                  <a:pt x="313524" y="44205"/>
                  <a:pt x="310896" y="43986"/>
                </a:cubicBezTo>
                <a:lnTo>
                  <a:pt x="272176" y="43986"/>
                </a:lnTo>
                <a:cubicBezTo>
                  <a:pt x="270262" y="43986"/>
                  <a:pt x="268681" y="42471"/>
                  <a:pt x="268605" y="40557"/>
                </a:cubicBezTo>
                <a:lnTo>
                  <a:pt x="268605" y="8124"/>
                </a:lnTo>
                <a:cubicBezTo>
                  <a:pt x="268862" y="5057"/>
                  <a:pt x="267052" y="2200"/>
                  <a:pt x="264175" y="1123"/>
                </a:cubicBezTo>
                <a:cubicBezTo>
                  <a:pt x="261594" y="0"/>
                  <a:pt x="258594" y="571"/>
                  <a:pt x="256603" y="2552"/>
                </a:cubicBezTo>
                <a:lnTo>
                  <a:pt x="222456" y="37271"/>
                </a:lnTo>
                <a:cubicBezTo>
                  <a:pt x="215817" y="43891"/>
                  <a:pt x="212112" y="52901"/>
                  <a:pt x="212169" y="62274"/>
                </a:cubicBezTo>
                <a:lnTo>
                  <a:pt x="212169" y="78990"/>
                </a:lnTo>
                <a:cubicBezTo>
                  <a:pt x="212169" y="81276"/>
                  <a:pt x="210312" y="81848"/>
                  <a:pt x="209169" y="82848"/>
                </a:cubicBezTo>
                <a:lnTo>
                  <a:pt x="152733" y="139998"/>
                </a:lnTo>
                <a:cubicBezTo>
                  <a:pt x="147380" y="145532"/>
                  <a:pt x="147380" y="154324"/>
                  <a:pt x="152733" y="159858"/>
                </a:cubicBezTo>
                <a:cubicBezTo>
                  <a:pt x="158286" y="165306"/>
                  <a:pt x="167182" y="165306"/>
                  <a:pt x="172735" y="159858"/>
                </a:cubicBezTo>
                <a:lnTo>
                  <a:pt x="229171" y="103422"/>
                </a:lnTo>
                <a:cubicBezTo>
                  <a:pt x="230171" y="101850"/>
                  <a:pt x="230743" y="99993"/>
                  <a:pt x="233172" y="99993"/>
                </a:cubicBezTo>
                <a:moveTo>
                  <a:pt x="197453" y="290445"/>
                </a:moveTo>
                <a:lnTo>
                  <a:pt x="297465" y="290445"/>
                </a:lnTo>
                <a:cubicBezTo>
                  <a:pt x="313248" y="290445"/>
                  <a:pt x="326040" y="277653"/>
                  <a:pt x="326040" y="261870"/>
                </a:cubicBezTo>
                <a:lnTo>
                  <a:pt x="326040" y="121138"/>
                </a:lnTo>
                <a:cubicBezTo>
                  <a:pt x="326040" y="113252"/>
                  <a:pt x="319639" y="106851"/>
                  <a:pt x="311753" y="106851"/>
                </a:cubicBezTo>
                <a:cubicBezTo>
                  <a:pt x="303866" y="106851"/>
                  <a:pt x="297465" y="113252"/>
                  <a:pt x="297465" y="121138"/>
                </a:cubicBezTo>
                <a:lnTo>
                  <a:pt x="297465" y="239868"/>
                </a:lnTo>
                <a:cubicBezTo>
                  <a:pt x="297465" y="241839"/>
                  <a:pt x="295865" y="243439"/>
                  <a:pt x="293893" y="243439"/>
                </a:cubicBezTo>
                <a:lnTo>
                  <a:pt x="32146" y="243439"/>
                </a:lnTo>
                <a:cubicBezTo>
                  <a:pt x="30175" y="243439"/>
                  <a:pt x="28575" y="241839"/>
                  <a:pt x="28575" y="239868"/>
                </a:cubicBezTo>
                <a:lnTo>
                  <a:pt x="28575" y="68418"/>
                </a:lnTo>
                <a:cubicBezTo>
                  <a:pt x="28651" y="66503"/>
                  <a:pt x="30232" y="64989"/>
                  <a:pt x="32146" y="64989"/>
                </a:cubicBezTo>
                <a:lnTo>
                  <a:pt x="168592" y="64989"/>
                </a:lnTo>
                <a:cubicBezTo>
                  <a:pt x="176479" y="64989"/>
                  <a:pt x="182880" y="58588"/>
                  <a:pt x="182880" y="50701"/>
                </a:cubicBezTo>
                <a:cubicBezTo>
                  <a:pt x="182880" y="42814"/>
                  <a:pt x="176479" y="36414"/>
                  <a:pt x="168592" y="36414"/>
                </a:cubicBezTo>
                <a:lnTo>
                  <a:pt x="28575" y="36414"/>
                </a:lnTo>
                <a:cubicBezTo>
                  <a:pt x="12792" y="36414"/>
                  <a:pt x="0" y="49206"/>
                  <a:pt x="0" y="64989"/>
                </a:cubicBezTo>
                <a:lnTo>
                  <a:pt x="0" y="262299"/>
                </a:lnTo>
                <a:cubicBezTo>
                  <a:pt x="0" y="278082"/>
                  <a:pt x="12792" y="290874"/>
                  <a:pt x="28575" y="290874"/>
                </a:cubicBezTo>
                <a:lnTo>
                  <a:pt x="128587" y="290874"/>
                </a:lnTo>
                <a:cubicBezTo>
                  <a:pt x="129711" y="290874"/>
                  <a:pt x="130768" y="291407"/>
                  <a:pt x="131445" y="292303"/>
                </a:cubicBezTo>
                <a:cubicBezTo>
                  <a:pt x="131930" y="293293"/>
                  <a:pt x="131930" y="294455"/>
                  <a:pt x="131445" y="295446"/>
                </a:cubicBezTo>
                <a:cubicBezTo>
                  <a:pt x="128616" y="304399"/>
                  <a:pt x="124729" y="312981"/>
                  <a:pt x="119872" y="321021"/>
                </a:cubicBezTo>
                <a:cubicBezTo>
                  <a:pt x="119233" y="322068"/>
                  <a:pt x="118100" y="322716"/>
                  <a:pt x="116871" y="322735"/>
                </a:cubicBezTo>
                <a:lnTo>
                  <a:pt x="99583" y="322735"/>
                </a:lnTo>
                <a:cubicBezTo>
                  <a:pt x="93745" y="322735"/>
                  <a:pt x="89011" y="327469"/>
                  <a:pt x="89011" y="333308"/>
                </a:cubicBezTo>
                <a:cubicBezTo>
                  <a:pt x="89011" y="339147"/>
                  <a:pt x="93745" y="343881"/>
                  <a:pt x="99583" y="343881"/>
                </a:cubicBezTo>
                <a:lnTo>
                  <a:pt x="233314" y="343881"/>
                </a:lnTo>
                <a:cubicBezTo>
                  <a:pt x="239172" y="343804"/>
                  <a:pt x="243887" y="339032"/>
                  <a:pt x="243887" y="333165"/>
                </a:cubicBezTo>
                <a:cubicBezTo>
                  <a:pt x="243811" y="327383"/>
                  <a:pt x="239096" y="322735"/>
                  <a:pt x="233314" y="322735"/>
                </a:cubicBezTo>
                <a:lnTo>
                  <a:pt x="208883" y="322735"/>
                </a:lnTo>
                <a:cubicBezTo>
                  <a:pt x="207587" y="322830"/>
                  <a:pt x="206359" y="322164"/>
                  <a:pt x="205739" y="321021"/>
                </a:cubicBezTo>
                <a:cubicBezTo>
                  <a:pt x="200882" y="312962"/>
                  <a:pt x="196948" y="304390"/>
                  <a:pt x="194024" y="295446"/>
                </a:cubicBezTo>
                <a:cubicBezTo>
                  <a:pt x="193538" y="294455"/>
                  <a:pt x="193538" y="293293"/>
                  <a:pt x="194024" y="292303"/>
                </a:cubicBezTo>
                <a:cubicBezTo>
                  <a:pt x="194719" y="291084"/>
                  <a:pt x="196053" y="290369"/>
                  <a:pt x="197453" y="290445"/>
                </a:cubicBezTo>
                <a:moveTo>
                  <a:pt x="148447" y="116852"/>
                </a:moveTo>
                <a:cubicBezTo>
                  <a:pt x="133559" y="123529"/>
                  <a:pt x="125187" y="139531"/>
                  <a:pt x="128196" y="155571"/>
                </a:cubicBezTo>
                <a:cubicBezTo>
                  <a:pt x="131206" y="171602"/>
                  <a:pt x="144818" y="183489"/>
                  <a:pt x="161115" y="184299"/>
                </a:cubicBezTo>
                <a:cubicBezTo>
                  <a:pt x="177412" y="185118"/>
                  <a:pt x="192138" y="174659"/>
                  <a:pt x="196738" y="159000"/>
                </a:cubicBezTo>
                <a:cubicBezTo>
                  <a:pt x="197481" y="153438"/>
                  <a:pt x="201415" y="148828"/>
                  <a:pt x="206797" y="147218"/>
                </a:cubicBezTo>
                <a:cubicBezTo>
                  <a:pt x="212169" y="145599"/>
                  <a:pt x="217998" y="147285"/>
                  <a:pt x="221675" y="151523"/>
                </a:cubicBezTo>
                <a:cubicBezTo>
                  <a:pt x="225361" y="155762"/>
                  <a:pt x="226228" y="161753"/>
                  <a:pt x="223885" y="166858"/>
                </a:cubicBezTo>
                <a:cubicBezTo>
                  <a:pt x="215922" y="194033"/>
                  <a:pt x="191052" y="212740"/>
                  <a:pt x="162734" y="212864"/>
                </a:cubicBezTo>
                <a:cubicBezTo>
                  <a:pt x="132416" y="213226"/>
                  <a:pt x="106070" y="192071"/>
                  <a:pt x="99879" y="162391"/>
                </a:cubicBezTo>
                <a:cubicBezTo>
                  <a:pt x="93687" y="132702"/>
                  <a:pt x="109366" y="102784"/>
                  <a:pt x="137302" y="90992"/>
                </a:cubicBezTo>
                <a:cubicBezTo>
                  <a:pt x="142065" y="87887"/>
                  <a:pt x="148228" y="87906"/>
                  <a:pt x="152971" y="91039"/>
                </a:cubicBezTo>
                <a:cubicBezTo>
                  <a:pt x="157724" y="94173"/>
                  <a:pt x="160162" y="99822"/>
                  <a:pt x="159181" y="105432"/>
                </a:cubicBezTo>
                <a:cubicBezTo>
                  <a:pt x="158191" y="111032"/>
                  <a:pt x="153981" y="115519"/>
                  <a:pt x="148447" y="116852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28"/>
          <p:cNvSpPr/>
          <p:nvPr/>
        </p:nvSpPr>
        <p:spPr>
          <a:xfrm>
            <a:off x="2653480" y="2709893"/>
            <a:ext cx="316325" cy="247745"/>
          </a:xfrm>
          <a:custGeom>
            <a:rect b="b" l="l" r="r" t="t"/>
            <a:pathLst>
              <a:path extrusionOk="0" h="342900" w="342900">
                <a:moveTo>
                  <a:pt x="342900" y="68579"/>
                </a:moveTo>
                <a:cubicBezTo>
                  <a:pt x="342900" y="77723"/>
                  <a:pt x="336804" y="83829"/>
                  <a:pt x="327660" y="83829"/>
                </a:cubicBezTo>
                <a:lnTo>
                  <a:pt x="274320" y="83829"/>
                </a:lnTo>
                <a:cubicBezTo>
                  <a:pt x="265176" y="83829"/>
                  <a:pt x="259079" y="77723"/>
                  <a:pt x="259079" y="68579"/>
                </a:cubicBezTo>
                <a:lnTo>
                  <a:pt x="259079" y="15249"/>
                </a:lnTo>
                <a:cubicBezTo>
                  <a:pt x="259079" y="6105"/>
                  <a:pt x="265176" y="0"/>
                  <a:pt x="274320" y="0"/>
                </a:cubicBezTo>
                <a:lnTo>
                  <a:pt x="327660" y="0"/>
                </a:lnTo>
                <a:cubicBezTo>
                  <a:pt x="336804" y="0"/>
                  <a:pt x="342900" y="6105"/>
                  <a:pt x="342900" y="15249"/>
                </a:cubicBezTo>
                <a:lnTo>
                  <a:pt x="342900" y="68579"/>
                </a:lnTo>
                <a:moveTo>
                  <a:pt x="342900" y="198120"/>
                </a:moveTo>
                <a:cubicBezTo>
                  <a:pt x="342900" y="207263"/>
                  <a:pt x="336804" y="213350"/>
                  <a:pt x="327660" y="213350"/>
                </a:cubicBezTo>
                <a:lnTo>
                  <a:pt x="274320" y="213350"/>
                </a:lnTo>
                <a:cubicBezTo>
                  <a:pt x="265176" y="213350"/>
                  <a:pt x="259079" y="207263"/>
                  <a:pt x="259079" y="198120"/>
                </a:cubicBezTo>
                <a:lnTo>
                  <a:pt x="259079" y="144779"/>
                </a:lnTo>
                <a:cubicBezTo>
                  <a:pt x="259079" y="135636"/>
                  <a:pt x="265176" y="129549"/>
                  <a:pt x="274320" y="129549"/>
                </a:cubicBezTo>
                <a:lnTo>
                  <a:pt x="327660" y="129549"/>
                </a:lnTo>
                <a:cubicBezTo>
                  <a:pt x="336804" y="129549"/>
                  <a:pt x="342900" y="135636"/>
                  <a:pt x="342900" y="144779"/>
                </a:cubicBezTo>
                <a:lnTo>
                  <a:pt x="342900" y="198120"/>
                </a:lnTo>
                <a:moveTo>
                  <a:pt x="327660" y="342900"/>
                </a:moveTo>
                <a:cubicBezTo>
                  <a:pt x="336804" y="342900"/>
                  <a:pt x="342900" y="336804"/>
                  <a:pt x="342900" y="327660"/>
                </a:cubicBezTo>
                <a:lnTo>
                  <a:pt x="342900" y="274320"/>
                </a:lnTo>
                <a:cubicBezTo>
                  <a:pt x="342900" y="265176"/>
                  <a:pt x="336804" y="259079"/>
                  <a:pt x="327660" y="259079"/>
                </a:cubicBezTo>
                <a:lnTo>
                  <a:pt x="274320" y="259079"/>
                </a:lnTo>
                <a:cubicBezTo>
                  <a:pt x="265176" y="259079"/>
                  <a:pt x="259079" y="265176"/>
                  <a:pt x="259079" y="274320"/>
                </a:cubicBezTo>
                <a:lnTo>
                  <a:pt x="259079" y="327660"/>
                </a:lnTo>
                <a:cubicBezTo>
                  <a:pt x="259079" y="336804"/>
                  <a:pt x="265176" y="342900"/>
                  <a:pt x="274320" y="342900"/>
                </a:cubicBezTo>
                <a:lnTo>
                  <a:pt x="327660" y="342900"/>
                </a:lnTo>
                <a:moveTo>
                  <a:pt x="100012" y="207883"/>
                </a:moveTo>
                <a:cubicBezTo>
                  <a:pt x="100012" y="216455"/>
                  <a:pt x="94297" y="222170"/>
                  <a:pt x="85725" y="222170"/>
                </a:cubicBezTo>
                <a:lnTo>
                  <a:pt x="14287" y="222170"/>
                </a:lnTo>
                <a:cubicBezTo>
                  <a:pt x="5714" y="222170"/>
                  <a:pt x="0" y="216455"/>
                  <a:pt x="0" y="207883"/>
                </a:cubicBezTo>
                <a:lnTo>
                  <a:pt x="0" y="136445"/>
                </a:lnTo>
                <a:cubicBezTo>
                  <a:pt x="0" y="127873"/>
                  <a:pt x="5714" y="122158"/>
                  <a:pt x="14287" y="122158"/>
                </a:cubicBezTo>
                <a:lnTo>
                  <a:pt x="85725" y="122158"/>
                </a:lnTo>
                <a:cubicBezTo>
                  <a:pt x="94297" y="122158"/>
                  <a:pt x="100012" y="127873"/>
                  <a:pt x="100012" y="136445"/>
                </a:cubicBezTo>
                <a:lnTo>
                  <a:pt x="100012" y="207883"/>
                </a:lnTo>
                <a:moveTo>
                  <a:pt x="172450" y="21212"/>
                </a:moveTo>
                <a:cubicBezTo>
                  <a:pt x="166735" y="20412"/>
                  <a:pt x="161096" y="23136"/>
                  <a:pt x="158162" y="28098"/>
                </a:cubicBezTo>
                <a:cubicBezTo>
                  <a:pt x="155228" y="33070"/>
                  <a:pt x="155571" y="39319"/>
                  <a:pt x="159029" y="43938"/>
                </a:cubicBezTo>
                <a:lnTo>
                  <a:pt x="169859" y="58350"/>
                </a:lnTo>
                <a:lnTo>
                  <a:pt x="107289" y="107546"/>
                </a:lnTo>
                <a:cubicBezTo>
                  <a:pt x="108651" y="108546"/>
                  <a:pt x="109985" y="109680"/>
                  <a:pt x="111242" y="110928"/>
                </a:cubicBezTo>
                <a:cubicBezTo>
                  <a:pt x="117338" y="117024"/>
                  <a:pt x="120519" y="124796"/>
                  <a:pt x="121272" y="132711"/>
                </a:cubicBezTo>
                <a:cubicBezTo>
                  <a:pt x="121843" y="132378"/>
                  <a:pt x="122415" y="131987"/>
                  <a:pt x="122986" y="131559"/>
                </a:cubicBezTo>
                <a:lnTo>
                  <a:pt x="187032" y="81191"/>
                </a:lnTo>
                <a:lnTo>
                  <a:pt x="197624" y="95269"/>
                </a:lnTo>
                <a:cubicBezTo>
                  <a:pt x="201091" y="99898"/>
                  <a:pt x="207006" y="101974"/>
                  <a:pt x="212607" y="100536"/>
                </a:cubicBezTo>
                <a:cubicBezTo>
                  <a:pt x="218208" y="99088"/>
                  <a:pt x="222389" y="94421"/>
                  <a:pt x="223199" y="88696"/>
                </a:cubicBezTo>
                <a:lnTo>
                  <a:pt x="229552" y="43738"/>
                </a:lnTo>
                <a:cubicBezTo>
                  <a:pt x="230657" y="35918"/>
                  <a:pt x="225228" y="28698"/>
                  <a:pt x="217417" y="27584"/>
                </a:cubicBezTo>
                <a:lnTo>
                  <a:pt x="172469" y="21212"/>
                </a:lnTo>
                <a:moveTo>
                  <a:pt x="121443" y="186451"/>
                </a:moveTo>
                <a:lnTo>
                  <a:pt x="173974" y="186451"/>
                </a:lnTo>
                <a:lnTo>
                  <a:pt x="173974" y="203596"/>
                </a:lnTo>
                <a:cubicBezTo>
                  <a:pt x="173983" y="209378"/>
                  <a:pt x="177460" y="214579"/>
                  <a:pt x="182803" y="216798"/>
                </a:cubicBezTo>
                <a:cubicBezTo>
                  <a:pt x="188137" y="219008"/>
                  <a:pt x="194281" y="217779"/>
                  <a:pt x="198367" y="213702"/>
                </a:cubicBezTo>
                <a:lnTo>
                  <a:pt x="229685" y="182365"/>
                </a:lnTo>
                <a:cubicBezTo>
                  <a:pt x="232419" y="179689"/>
                  <a:pt x="233962" y="176031"/>
                  <a:pt x="233972" y="172211"/>
                </a:cubicBezTo>
                <a:cubicBezTo>
                  <a:pt x="233905" y="168278"/>
                  <a:pt x="232486" y="164858"/>
                  <a:pt x="230009" y="162277"/>
                </a:cubicBezTo>
                <a:lnTo>
                  <a:pt x="198577" y="129416"/>
                </a:lnTo>
                <a:cubicBezTo>
                  <a:pt x="194548" y="125206"/>
                  <a:pt x="188356" y="123872"/>
                  <a:pt x="182937" y="126044"/>
                </a:cubicBezTo>
                <a:cubicBezTo>
                  <a:pt x="177526" y="128216"/>
                  <a:pt x="173974" y="133464"/>
                  <a:pt x="173974" y="139303"/>
                </a:cubicBezTo>
                <a:lnTo>
                  <a:pt x="173974" y="157876"/>
                </a:lnTo>
                <a:lnTo>
                  <a:pt x="121443" y="157876"/>
                </a:lnTo>
                <a:lnTo>
                  <a:pt x="121443" y="186451"/>
                </a:lnTo>
                <a:moveTo>
                  <a:pt x="111242" y="233400"/>
                </a:moveTo>
                <a:cubicBezTo>
                  <a:pt x="109985" y="234638"/>
                  <a:pt x="108670" y="235772"/>
                  <a:pt x="107289" y="236791"/>
                </a:cubicBezTo>
                <a:lnTo>
                  <a:pt x="169859" y="285978"/>
                </a:lnTo>
                <a:lnTo>
                  <a:pt x="159029" y="300380"/>
                </a:lnTo>
                <a:cubicBezTo>
                  <a:pt x="155562" y="305000"/>
                  <a:pt x="155209" y="311257"/>
                  <a:pt x="158153" y="316229"/>
                </a:cubicBezTo>
                <a:cubicBezTo>
                  <a:pt x="161096" y="321211"/>
                  <a:pt x="166744" y="323926"/>
                  <a:pt x="172469" y="323116"/>
                </a:cubicBezTo>
                <a:lnTo>
                  <a:pt x="217417" y="316753"/>
                </a:lnTo>
                <a:cubicBezTo>
                  <a:pt x="225228" y="315648"/>
                  <a:pt x="230657" y="308419"/>
                  <a:pt x="229552" y="300609"/>
                </a:cubicBezTo>
                <a:lnTo>
                  <a:pt x="223199" y="255651"/>
                </a:lnTo>
                <a:cubicBezTo>
                  <a:pt x="222389" y="249916"/>
                  <a:pt x="218217" y="245240"/>
                  <a:pt x="212617" y="243801"/>
                </a:cubicBezTo>
                <a:cubicBezTo>
                  <a:pt x="207016" y="242354"/>
                  <a:pt x="201091" y="244430"/>
                  <a:pt x="197624" y="249059"/>
                </a:cubicBezTo>
                <a:lnTo>
                  <a:pt x="187051" y="263128"/>
                </a:lnTo>
                <a:lnTo>
                  <a:pt x="122967" y="212788"/>
                </a:lnTo>
                <a:cubicBezTo>
                  <a:pt x="122424" y="212359"/>
                  <a:pt x="121853" y="211969"/>
                  <a:pt x="121262" y="211626"/>
                </a:cubicBezTo>
                <a:cubicBezTo>
                  <a:pt x="120576" y="219836"/>
                  <a:pt x="117024" y="227542"/>
                  <a:pt x="111242" y="23340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28"/>
          <p:cNvSpPr/>
          <p:nvPr/>
        </p:nvSpPr>
        <p:spPr>
          <a:xfrm>
            <a:off x="5289542" y="3297431"/>
            <a:ext cx="318811" cy="224492"/>
          </a:xfrm>
          <a:custGeom>
            <a:rect b="b" l="l" r="r" t="t"/>
            <a:pathLst>
              <a:path extrusionOk="0" h="310715" w="345595">
                <a:moveTo>
                  <a:pt x="334470" y="259794"/>
                </a:moveTo>
                <a:lnTo>
                  <a:pt x="282178" y="207502"/>
                </a:lnTo>
                <a:cubicBezTo>
                  <a:pt x="281197" y="206187"/>
                  <a:pt x="281197" y="204387"/>
                  <a:pt x="282178" y="203072"/>
                </a:cubicBezTo>
                <a:cubicBezTo>
                  <a:pt x="294065" y="183118"/>
                  <a:pt x="300247" y="160286"/>
                  <a:pt x="300037" y="137064"/>
                </a:cubicBezTo>
                <a:cubicBezTo>
                  <a:pt x="300247" y="73275"/>
                  <a:pt x="253660" y="18983"/>
                  <a:pt x="190585" y="9486"/>
                </a:cubicBezTo>
                <a:cubicBezTo>
                  <a:pt x="127511" y="0"/>
                  <a:pt x="67008" y="38176"/>
                  <a:pt x="48434" y="99202"/>
                </a:cubicBezTo>
                <a:cubicBezTo>
                  <a:pt x="47805" y="101403"/>
                  <a:pt x="48225" y="103784"/>
                  <a:pt x="49577" y="105632"/>
                </a:cubicBezTo>
                <a:cubicBezTo>
                  <a:pt x="50939" y="107413"/>
                  <a:pt x="53044" y="108470"/>
                  <a:pt x="55292" y="108489"/>
                </a:cubicBezTo>
                <a:lnTo>
                  <a:pt x="69580" y="108489"/>
                </a:lnTo>
                <a:cubicBezTo>
                  <a:pt x="72637" y="108546"/>
                  <a:pt x="75399" y="106651"/>
                  <a:pt x="76438" y="103774"/>
                </a:cubicBezTo>
                <a:cubicBezTo>
                  <a:pt x="92382" y="58464"/>
                  <a:pt x="138302" y="30889"/>
                  <a:pt x="185794" y="38100"/>
                </a:cubicBezTo>
                <a:cubicBezTo>
                  <a:pt x="233286" y="45310"/>
                  <a:pt x="268947" y="85267"/>
                  <a:pt x="270719" y="133273"/>
                </a:cubicBezTo>
                <a:cubicBezTo>
                  <a:pt x="272500" y="181279"/>
                  <a:pt x="239896" y="223770"/>
                  <a:pt x="193062" y="234476"/>
                </a:cubicBezTo>
                <a:cubicBezTo>
                  <a:pt x="146237" y="245183"/>
                  <a:pt x="98412" y="221075"/>
                  <a:pt x="79152" y="177069"/>
                </a:cubicBezTo>
                <a:cubicBezTo>
                  <a:pt x="77981" y="174478"/>
                  <a:pt x="75418" y="172812"/>
                  <a:pt x="72580" y="172783"/>
                </a:cubicBezTo>
                <a:lnTo>
                  <a:pt x="57864" y="172783"/>
                </a:lnTo>
                <a:cubicBezTo>
                  <a:pt x="55511" y="172773"/>
                  <a:pt x="53301" y="173955"/>
                  <a:pt x="52006" y="175926"/>
                </a:cubicBezTo>
                <a:cubicBezTo>
                  <a:pt x="50663" y="177841"/>
                  <a:pt x="50339" y="180298"/>
                  <a:pt x="51149" y="182498"/>
                </a:cubicBezTo>
                <a:cubicBezTo>
                  <a:pt x="70046" y="232543"/>
                  <a:pt x="117957" y="265652"/>
                  <a:pt x="171450" y="265652"/>
                </a:cubicBezTo>
                <a:cubicBezTo>
                  <a:pt x="194691" y="265709"/>
                  <a:pt x="217484" y="259337"/>
                  <a:pt x="237315" y="247221"/>
                </a:cubicBezTo>
                <a:cubicBezTo>
                  <a:pt x="238629" y="246240"/>
                  <a:pt x="240430" y="246240"/>
                  <a:pt x="241744" y="247221"/>
                </a:cubicBezTo>
                <a:lnTo>
                  <a:pt x="294179" y="299656"/>
                </a:lnTo>
                <a:cubicBezTo>
                  <a:pt x="301275" y="307457"/>
                  <a:pt x="312086" y="310715"/>
                  <a:pt x="322306" y="308133"/>
                </a:cubicBezTo>
                <a:cubicBezTo>
                  <a:pt x="332536" y="305561"/>
                  <a:pt x="340509" y="297561"/>
                  <a:pt x="343052" y="287321"/>
                </a:cubicBezTo>
                <a:cubicBezTo>
                  <a:pt x="345595" y="277091"/>
                  <a:pt x="342299" y="266290"/>
                  <a:pt x="334470" y="259222"/>
                </a:cubicBezTo>
                <a:lnTo>
                  <a:pt x="334470" y="259794"/>
                </a:lnTo>
                <a:moveTo>
                  <a:pt x="116586" y="142922"/>
                </a:moveTo>
                <a:lnTo>
                  <a:pt x="125587" y="126206"/>
                </a:lnTo>
                <a:cubicBezTo>
                  <a:pt x="126139" y="125053"/>
                  <a:pt x="127311" y="124329"/>
                  <a:pt x="128587" y="124348"/>
                </a:cubicBezTo>
                <a:cubicBezTo>
                  <a:pt x="130054" y="124510"/>
                  <a:pt x="131283" y="125520"/>
                  <a:pt x="131730" y="126920"/>
                </a:cubicBezTo>
                <a:lnTo>
                  <a:pt x="146018" y="177641"/>
                </a:lnTo>
                <a:cubicBezTo>
                  <a:pt x="148409" y="186785"/>
                  <a:pt x="156314" y="193433"/>
                  <a:pt x="165734" y="194214"/>
                </a:cubicBezTo>
                <a:lnTo>
                  <a:pt x="167735" y="194214"/>
                </a:lnTo>
                <a:cubicBezTo>
                  <a:pt x="176479" y="194119"/>
                  <a:pt x="184346" y="188918"/>
                  <a:pt x="187880" y="180927"/>
                </a:cubicBezTo>
                <a:lnTo>
                  <a:pt x="205168" y="143065"/>
                </a:lnTo>
                <a:cubicBezTo>
                  <a:pt x="205740" y="141884"/>
                  <a:pt x="206873" y="141084"/>
                  <a:pt x="208168" y="140922"/>
                </a:cubicBezTo>
                <a:cubicBezTo>
                  <a:pt x="209483" y="140922"/>
                  <a:pt x="210702" y="141560"/>
                  <a:pt x="211455" y="142636"/>
                </a:cubicBezTo>
                <a:lnTo>
                  <a:pt x="219884" y="156924"/>
                </a:lnTo>
                <a:cubicBezTo>
                  <a:pt x="222008" y="162077"/>
                  <a:pt x="226942" y="165525"/>
                  <a:pt x="232514" y="165754"/>
                </a:cubicBezTo>
                <a:cubicBezTo>
                  <a:pt x="238086" y="165982"/>
                  <a:pt x="243287" y="162944"/>
                  <a:pt x="245821" y="157972"/>
                </a:cubicBezTo>
                <a:cubicBezTo>
                  <a:pt x="248354" y="153009"/>
                  <a:pt x="247764" y="147018"/>
                  <a:pt x="244316" y="142636"/>
                </a:cubicBezTo>
                <a:lnTo>
                  <a:pt x="226028" y="111775"/>
                </a:lnTo>
                <a:cubicBezTo>
                  <a:pt x="221761" y="104765"/>
                  <a:pt x="213921" y="100736"/>
                  <a:pt x="205740" y="101345"/>
                </a:cubicBezTo>
                <a:cubicBezTo>
                  <a:pt x="197558" y="101946"/>
                  <a:pt x="190366" y="106994"/>
                  <a:pt x="187023" y="114490"/>
                </a:cubicBezTo>
                <a:lnTo>
                  <a:pt x="172735" y="144779"/>
                </a:lnTo>
                <a:cubicBezTo>
                  <a:pt x="172135" y="146103"/>
                  <a:pt x="170754" y="146913"/>
                  <a:pt x="169306" y="146780"/>
                </a:cubicBezTo>
                <a:cubicBezTo>
                  <a:pt x="167811" y="146704"/>
                  <a:pt x="166535" y="145656"/>
                  <a:pt x="166163" y="144208"/>
                </a:cubicBezTo>
                <a:lnTo>
                  <a:pt x="152590" y="95773"/>
                </a:lnTo>
                <a:cubicBezTo>
                  <a:pt x="150314" y="87029"/>
                  <a:pt x="143084" y="80467"/>
                  <a:pt x="134159" y="79057"/>
                </a:cubicBezTo>
                <a:cubicBezTo>
                  <a:pt x="124968" y="77885"/>
                  <a:pt x="116033" y="82638"/>
                  <a:pt x="111871" y="90916"/>
                </a:cubicBezTo>
                <a:lnTo>
                  <a:pt x="93011" y="126349"/>
                </a:lnTo>
                <a:lnTo>
                  <a:pt x="14287" y="126349"/>
                </a:lnTo>
                <a:cubicBezTo>
                  <a:pt x="6400" y="126349"/>
                  <a:pt x="0" y="132749"/>
                  <a:pt x="0" y="140636"/>
                </a:cubicBezTo>
                <a:cubicBezTo>
                  <a:pt x="0" y="148523"/>
                  <a:pt x="6400" y="154924"/>
                  <a:pt x="14287" y="154924"/>
                </a:cubicBezTo>
                <a:lnTo>
                  <a:pt x="97012" y="154924"/>
                </a:lnTo>
                <a:cubicBezTo>
                  <a:pt x="105260" y="154886"/>
                  <a:pt x="112804" y="150256"/>
                  <a:pt x="116586" y="142922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28"/>
          <p:cNvSpPr/>
          <p:nvPr/>
        </p:nvSpPr>
        <p:spPr>
          <a:xfrm>
            <a:off x="6358254" y="3287822"/>
            <a:ext cx="288857" cy="247992"/>
          </a:xfrm>
          <a:custGeom>
            <a:rect b="b" l="l" r="r" t="t"/>
            <a:pathLst>
              <a:path extrusionOk="0" h="343242" w="313124">
                <a:moveTo>
                  <a:pt x="218827" y="193224"/>
                </a:moveTo>
                <a:cubicBezTo>
                  <a:pt x="218827" y="201110"/>
                  <a:pt x="212426" y="207511"/>
                  <a:pt x="204539" y="207511"/>
                </a:cubicBezTo>
                <a:lnTo>
                  <a:pt x="90239" y="207511"/>
                </a:lnTo>
                <a:cubicBezTo>
                  <a:pt x="82353" y="207511"/>
                  <a:pt x="75952" y="201110"/>
                  <a:pt x="75952" y="193224"/>
                </a:cubicBezTo>
                <a:lnTo>
                  <a:pt x="75952" y="78924"/>
                </a:lnTo>
                <a:cubicBezTo>
                  <a:pt x="75952" y="71037"/>
                  <a:pt x="82353" y="64636"/>
                  <a:pt x="90239" y="64636"/>
                </a:cubicBezTo>
                <a:lnTo>
                  <a:pt x="204539" y="64636"/>
                </a:lnTo>
                <a:cubicBezTo>
                  <a:pt x="212426" y="64636"/>
                  <a:pt x="218827" y="71037"/>
                  <a:pt x="218827" y="78924"/>
                </a:cubicBezTo>
                <a:lnTo>
                  <a:pt x="218827" y="193224"/>
                </a:lnTo>
                <a:moveTo>
                  <a:pt x="291407" y="141217"/>
                </a:moveTo>
                <a:cubicBezTo>
                  <a:pt x="287235" y="134702"/>
                  <a:pt x="283787" y="127758"/>
                  <a:pt x="281120" y="120500"/>
                </a:cubicBezTo>
                <a:cubicBezTo>
                  <a:pt x="281120" y="45205"/>
                  <a:pt x="211683" y="342"/>
                  <a:pt x="144389" y="342"/>
                </a:cubicBezTo>
                <a:cubicBezTo>
                  <a:pt x="106127" y="0"/>
                  <a:pt x="69322" y="15020"/>
                  <a:pt x="42224" y="42033"/>
                </a:cubicBezTo>
                <a:cubicBezTo>
                  <a:pt x="15125" y="69056"/>
                  <a:pt x="0" y="105813"/>
                  <a:pt x="228" y="144075"/>
                </a:cubicBezTo>
                <a:cubicBezTo>
                  <a:pt x="228" y="196081"/>
                  <a:pt x="17945" y="232943"/>
                  <a:pt x="54378" y="256803"/>
                </a:cubicBezTo>
                <a:cubicBezTo>
                  <a:pt x="55397" y="257460"/>
                  <a:pt x="55987" y="258594"/>
                  <a:pt x="55949" y="259803"/>
                </a:cubicBezTo>
                <a:lnTo>
                  <a:pt x="55949" y="336099"/>
                </a:lnTo>
                <a:cubicBezTo>
                  <a:pt x="55949" y="340042"/>
                  <a:pt x="59150" y="343242"/>
                  <a:pt x="63093" y="343242"/>
                </a:cubicBezTo>
                <a:lnTo>
                  <a:pt x="205968" y="343242"/>
                </a:lnTo>
                <a:cubicBezTo>
                  <a:pt x="209911" y="343242"/>
                  <a:pt x="213112" y="340042"/>
                  <a:pt x="213112" y="336099"/>
                </a:cubicBezTo>
                <a:lnTo>
                  <a:pt x="213112" y="297094"/>
                </a:lnTo>
                <a:cubicBezTo>
                  <a:pt x="213112" y="295122"/>
                  <a:pt x="214712" y="293522"/>
                  <a:pt x="216684" y="293522"/>
                </a:cubicBezTo>
                <a:cubicBezTo>
                  <a:pt x="239829" y="293522"/>
                  <a:pt x="255117" y="289950"/>
                  <a:pt x="265547" y="279234"/>
                </a:cubicBezTo>
                <a:cubicBezTo>
                  <a:pt x="275977" y="268519"/>
                  <a:pt x="279834" y="236372"/>
                  <a:pt x="279834" y="218084"/>
                </a:cubicBezTo>
                <a:cubicBezTo>
                  <a:pt x="279834" y="217150"/>
                  <a:pt x="280215" y="216255"/>
                  <a:pt x="280892" y="215607"/>
                </a:cubicBezTo>
                <a:cubicBezTo>
                  <a:pt x="281559" y="214960"/>
                  <a:pt x="282473" y="214617"/>
                  <a:pt x="283406" y="214655"/>
                </a:cubicBezTo>
                <a:lnTo>
                  <a:pt x="294836" y="214655"/>
                </a:lnTo>
                <a:cubicBezTo>
                  <a:pt x="310267" y="214655"/>
                  <a:pt x="311124" y="201653"/>
                  <a:pt x="311696" y="194652"/>
                </a:cubicBezTo>
                <a:cubicBezTo>
                  <a:pt x="313124" y="178793"/>
                  <a:pt x="301409" y="158791"/>
                  <a:pt x="291407" y="141217"/>
                </a:cubicBezTo>
                <a:moveTo>
                  <a:pt x="133102" y="136074"/>
                </a:moveTo>
                <a:cubicBezTo>
                  <a:pt x="133102" y="143960"/>
                  <a:pt x="139503" y="150361"/>
                  <a:pt x="147389" y="150361"/>
                </a:cubicBezTo>
                <a:cubicBezTo>
                  <a:pt x="155276" y="150361"/>
                  <a:pt x="161677" y="143960"/>
                  <a:pt x="161677" y="136074"/>
                </a:cubicBezTo>
                <a:cubicBezTo>
                  <a:pt x="161677" y="128187"/>
                  <a:pt x="155276" y="121786"/>
                  <a:pt x="147389" y="121786"/>
                </a:cubicBezTo>
                <a:cubicBezTo>
                  <a:pt x="139503" y="121786"/>
                  <a:pt x="133102" y="128187"/>
                  <a:pt x="133102" y="136074"/>
                </a:cubicBezTo>
                <a:moveTo>
                  <a:pt x="97383" y="100355"/>
                </a:moveTo>
                <a:cubicBezTo>
                  <a:pt x="97383" y="108242"/>
                  <a:pt x="103784" y="114642"/>
                  <a:pt x="111671" y="114642"/>
                </a:cubicBezTo>
                <a:cubicBezTo>
                  <a:pt x="119557" y="114642"/>
                  <a:pt x="125958" y="108242"/>
                  <a:pt x="125958" y="100355"/>
                </a:cubicBezTo>
                <a:cubicBezTo>
                  <a:pt x="125958" y="92468"/>
                  <a:pt x="119557" y="86067"/>
                  <a:pt x="111671" y="86067"/>
                </a:cubicBezTo>
                <a:cubicBezTo>
                  <a:pt x="103784" y="86067"/>
                  <a:pt x="97383" y="92468"/>
                  <a:pt x="97383" y="100355"/>
                </a:cubicBezTo>
                <a:moveTo>
                  <a:pt x="168821" y="100355"/>
                </a:moveTo>
                <a:cubicBezTo>
                  <a:pt x="168821" y="108242"/>
                  <a:pt x="175221" y="114642"/>
                  <a:pt x="183108" y="114642"/>
                </a:cubicBezTo>
                <a:cubicBezTo>
                  <a:pt x="190995" y="114642"/>
                  <a:pt x="197396" y="108242"/>
                  <a:pt x="197396" y="100355"/>
                </a:cubicBezTo>
                <a:cubicBezTo>
                  <a:pt x="197396" y="92468"/>
                  <a:pt x="190995" y="86067"/>
                  <a:pt x="183108" y="86067"/>
                </a:cubicBezTo>
                <a:cubicBezTo>
                  <a:pt x="175221" y="86067"/>
                  <a:pt x="168821" y="92468"/>
                  <a:pt x="168821" y="100355"/>
                </a:cubicBezTo>
                <a:moveTo>
                  <a:pt x="97383" y="171792"/>
                </a:moveTo>
                <a:cubicBezTo>
                  <a:pt x="97383" y="179679"/>
                  <a:pt x="103784" y="186080"/>
                  <a:pt x="111671" y="186080"/>
                </a:cubicBezTo>
                <a:cubicBezTo>
                  <a:pt x="119557" y="186080"/>
                  <a:pt x="125958" y="179679"/>
                  <a:pt x="125958" y="171792"/>
                </a:cubicBezTo>
                <a:cubicBezTo>
                  <a:pt x="125958" y="163906"/>
                  <a:pt x="119557" y="157505"/>
                  <a:pt x="111671" y="157505"/>
                </a:cubicBezTo>
                <a:cubicBezTo>
                  <a:pt x="103784" y="157505"/>
                  <a:pt x="97383" y="163906"/>
                  <a:pt x="97383" y="171792"/>
                </a:cubicBezTo>
                <a:moveTo>
                  <a:pt x="168821" y="171792"/>
                </a:moveTo>
                <a:cubicBezTo>
                  <a:pt x="168821" y="179679"/>
                  <a:pt x="175221" y="186080"/>
                  <a:pt x="183108" y="186080"/>
                </a:cubicBezTo>
                <a:cubicBezTo>
                  <a:pt x="190995" y="186080"/>
                  <a:pt x="197396" y="179679"/>
                  <a:pt x="197396" y="171792"/>
                </a:cubicBezTo>
                <a:cubicBezTo>
                  <a:pt x="197396" y="163906"/>
                  <a:pt x="190995" y="157505"/>
                  <a:pt x="183108" y="157505"/>
                </a:cubicBezTo>
                <a:cubicBezTo>
                  <a:pt x="175221" y="157505"/>
                  <a:pt x="168821" y="163906"/>
                  <a:pt x="168821" y="171792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28"/>
          <p:cNvSpPr/>
          <p:nvPr/>
        </p:nvSpPr>
        <p:spPr>
          <a:xfrm>
            <a:off x="4226848" y="3280945"/>
            <a:ext cx="320112" cy="245577"/>
          </a:xfrm>
          <a:custGeom>
            <a:rect b="b" l="l" r="r" t="t"/>
            <a:pathLst>
              <a:path extrusionOk="0" h="339899" w="347005">
                <a:moveTo>
                  <a:pt x="173555" y="173164"/>
                </a:moveTo>
                <a:cubicBezTo>
                  <a:pt x="180517" y="155809"/>
                  <a:pt x="192957" y="141208"/>
                  <a:pt x="208988" y="131587"/>
                </a:cubicBezTo>
                <a:cubicBezTo>
                  <a:pt x="208740" y="128282"/>
                  <a:pt x="209226" y="124968"/>
                  <a:pt x="210416" y="121872"/>
                </a:cubicBezTo>
                <a:cubicBezTo>
                  <a:pt x="207702" y="119367"/>
                  <a:pt x="206149" y="115852"/>
                  <a:pt x="206130" y="112156"/>
                </a:cubicBezTo>
                <a:cubicBezTo>
                  <a:pt x="206073" y="108308"/>
                  <a:pt x="207559" y="104603"/>
                  <a:pt x="210273" y="101869"/>
                </a:cubicBezTo>
                <a:lnTo>
                  <a:pt x="219989" y="92725"/>
                </a:lnTo>
                <a:cubicBezTo>
                  <a:pt x="227276" y="85820"/>
                  <a:pt x="229428" y="75066"/>
                  <a:pt x="225351" y="65884"/>
                </a:cubicBezTo>
                <a:cubicBezTo>
                  <a:pt x="221275" y="56702"/>
                  <a:pt x="211855" y="51092"/>
                  <a:pt x="201844" y="51863"/>
                </a:cubicBezTo>
                <a:lnTo>
                  <a:pt x="187985" y="52720"/>
                </a:lnTo>
                <a:cubicBezTo>
                  <a:pt x="184137" y="53063"/>
                  <a:pt x="180327" y="51701"/>
                  <a:pt x="177555" y="49006"/>
                </a:cubicBezTo>
                <a:cubicBezTo>
                  <a:pt x="174621" y="46291"/>
                  <a:pt x="173059" y="42414"/>
                  <a:pt x="173269" y="38433"/>
                </a:cubicBezTo>
                <a:lnTo>
                  <a:pt x="173269" y="25003"/>
                </a:lnTo>
                <a:cubicBezTo>
                  <a:pt x="173021" y="15268"/>
                  <a:pt x="166849" y="6686"/>
                  <a:pt x="157705" y="3343"/>
                </a:cubicBezTo>
                <a:cubicBezTo>
                  <a:pt x="148561" y="0"/>
                  <a:pt x="138302" y="2581"/>
                  <a:pt x="131835" y="9858"/>
                </a:cubicBezTo>
                <a:lnTo>
                  <a:pt x="123263" y="19573"/>
                </a:lnTo>
                <a:cubicBezTo>
                  <a:pt x="120605" y="22440"/>
                  <a:pt x="116890" y="24098"/>
                  <a:pt x="112976" y="24145"/>
                </a:cubicBezTo>
                <a:cubicBezTo>
                  <a:pt x="109089" y="24269"/>
                  <a:pt x="105336" y="22707"/>
                  <a:pt x="102689" y="19859"/>
                </a:cubicBezTo>
                <a:lnTo>
                  <a:pt x="93402" y="9858"/>
                </a:lnTo>
                <a:cubicBezTo>
                  <a:pt x="86391" y="2533"/>
                  <a:pt x="75504" y="485"/>
                  <a:pt x="66303" y="4743"/>
                </a:cubicBezTo>
                <a:cubicBezTo>
                  <a:pt x="57102" y="9001"/>
                  <a:pt x="51635" y="18640"/>
                  <a:pt x="52682" y="28717"/>
                </a:cubicBezTo>
                <a:lnTo>
                  <a:pt x="53682" y="42005"/>
                </a:lnTo>
                <a:cubicBezTo>
                  <a:pt x="53978" y="45939"/>
                  <a:pt x="52635" y="49815"/>
                  <a:pt x="49968" y="52720"/>
                </a:cubicBezTo>
                <a:cubicBezTo>
                  <a:pt x="47263" y="55483"/>
                  <a:pt x="43548" y="57026"/>
                  <a:pt x="39681" y="57007"/>
                </a:cubicBezTo>
                <a:lnTo>
                  <a:pt x="26250" y="57007"/>
                </a:lnTo>
                <a:cubicBezTo>
                  <a:pt x="16344" y="56683"/>
                  <a:pt x="7286" y="62550"/>
                  <a:pt x="3533" y="71723"/>
                </a:cubicBezTo>
                <a:cubicBezTo>
                  <a:pt x="0" y="81114"/>
                  <a:pt x="2676" y="91716"/>
                  <a:pt x="10248" y="98298"/>
                </a:cubicBezTo>
                <a:lnTo>
                  <a:pt x="20393" y="107013"/>
                </a:lnTo>
                <a:cubicBezTo>
                  <a:pt x="23383" y="109489"/>
                  <a:pt x="25155" y="113137"/>
                  <a:pt x="25250" y="117014"/>
                </a:cubicBezTo>
                <a:cubicBezTo>
                  <a:pt x="25403" y="120910"/>
                  <a:pt x="23831" y="124663"/>
                  <a:pt x="20964" y="127301"/>
                </a:cubicBezTo>
                <a:lnTo>
                  <a:pt x="11249" y="136588"/>
                </a:lnTo>
                <a:cubicBezTo>
                  <a:pt x="3962" y="143494"/>
                  <a:pt x="1809" y="154247"/>
                  <a:pt x="5886" y="163429"/>
                </a:cubicBezTo>
                <a:cubicBezTo>
                  <a:pt x="9963" y="172612"/>
                  <a:pt x="19383" y="178222"/>
                  <a:pt x="29394" y="177450"/>
                </a:cubicBezTo>
                <a:lnTo>
                  <a:pt x="42824" y="176450"/>
                </a:lnTo>
                <a:cubicBezTo>
                  <a:pt x="46710" y="176193"/>
                  <a:pt x="50530" y="177536"/>
                  <a:pt x="53397" y="180165"/>
                </a:cubicBezTo>
                <a:cubicBezTo>
                  <a:pt x="56159" y="182870"/>
                  <a:pt x="57702" y="186585"/>
                  <a:pt x="57683" y="190452"/>
                </a:cubicBezTo>
                <a:lnTo>
                  <a:pt x="57683" y="203882"/>
                </a:lnTo>
                <a:cubicBezTo>
                  <a:pt x="57740" y="213693"/>
                  <a:pt x="63798" y="222465"/>
                  <a:pt x="72942" y="225999"/>
                </a:cubicBezTo>
                <a:cubicBezTo>
                  <a:pt x="82095" y="229533"/>
                  <a:pt x="92478" y="227114"/>
                  <a:pt x="99117" y="219884"/>
                </a:cubicBezTo>
                <a:lnTo>
                  <a:pt x="107832" y="209883"/>
                </a:lnTo>
                <a:cubicBezTo>
                  <a:pt x="110518" y="207178"/>
                  <a:pt x="114166" y="205654"/>
                  <a:pt x="117976" y="205654"/>
                </a:cubicBezTo>
                <a:cubicBezTo>
                  <a:pt x="121786" y="205654"/>
                  <a:pt x="125434" y="207178"/>
                  <a:pt x="128120" y="209883"/>
                </a:cubicBezTo>
                <a:lnTo>
                  <a:pt x="137407" y="219598"/>
                </a:lnTo>
                <a:cubicBezTo>
                  <a:pt x="142522" y="224894"/>
                  <a:pt x="149799" y="227533"/>
                  <a:pt x="157124" y="226742"/>
                </a:cubicBezTo>
                <a:cubicBezTo>
                  <a:pt x="149313" y="218379"/>
                  <a:pt x="146589" y="206463"/>
                  <a:pt x="149980" y="195538"/>
                </a:cubicBezTo>
                <a:cubicBezTo>
                  <a:pt x="153381" y="184604"/>
                  <a:pt x="162382" y="176336"/>
                  <a:pt x="173555" y="173878"/>
                </a:cubicBezTo>
                <a:lnTo>
                  <a:pt x="173555" y="173164"/>
                </a:lnTo>
                <a:moveTo>
                  <a:pt x="116405" y="162591"/>
                </a:moveTo>
                <a:cubicBezTo>
                  <a:pt x="110099" y="162801"/>
                  <a:pt x="103822" y="161686"/>
                  <a:pt x="97974" y="159305"/>
                </a:cubicBezTo>
                <a:cubicBezTo>
                  <a:pt x="80295" y="152142"/>
                  <a:pt x="68303" y="135474"/>
                  <a:pt x="67113" y="116443"/>
                </a:cubicBezTo>
                <a:cubicBezTo>
                  <a:pt x="66408" y="89944"/>
                  <a:pt x="87325" y="67894"/>
                  <a:pt x="113823" y="67189"/>
                </a:cubicBezTo>
                <a:cubicBezTo>
                  <a:pt x="140322" y="66474"/>
                  <a:pt x="162382" y="87382"/>
                  <a:pt x="163087" y="113880"/>
                </a:cubicBezTo>
                <a:cubicBezTo>
                  <a:pt x="163801" y="140379"/>
                  <a:pt x="142903" y="162439"/>
                  <a:pt x="116405" y="163163"/>
                </a:cubicBezTo>
                <a:moveTo>
                  <a:pt x="257994" y="274605"/>
                </a:moveTo>
                <a:cubicBezTo>
                  <a:pt x="222484" y="274691"/>
                  <a:pt x="190814" y="296951"/>
                  <a:pt x="178698" y="330327"/>
                </a:cubicBezTo>
                <a:cubicBezTo>
                  <a:pt x="177955" y="332546"/>
                  <a:pt x="178327" y="334994"/>
                  <a:pt x="179698" y="336899"/>
                </a:cubicBezTo>
                <a:cubicBezTo>
                  <a:pt x="181003" y="338766"/>
                  <a:pt x="183137" y="339890"/>
                  <a:pt x="185413" y="339899"/>
                </a:cubicBezTo>
                <a:lnTo>
                  <a:pt x="330146" y="338470"/>
                </a:lnTo>
                <a:cubicBezTo>
                  <a:pt x="332508" y="338499"/>
                  <a:pt x="334727" y="337318"/>
                  <a:pt x="336003" y="335327"/>
                </a:cubicBezTo>
                <a:cubicBezTo>
                  <a:pt x="337299" y="333384"/>
                  <a:pt x="337566" y="330927"/>
                  <a:pt x="336718" y="328755"/>
                </a:cubicBezTo>
                <a:cubicBezTo>
                  <a:pt x="324364" y="296037"/>
                  <a:pt x="292969" y="274443"/>
                  <a:pt x="257994" y="274605"/>
                </a:cubicBezTo>
                <a:moveTo>
                  <a:pt x="326002" y="193595"/>
                </a:moveTo>
                <a:cubicBezTo>
                  <a:pt x="322459" y="173012"/>
                  <a:pt x="309143" y="155428"/>
                  <a:pt x="290283" y="146446"/>
                </a:cubicBezTo>
                <a:lnTo>
                  <a:pt x="285997" y="167020"/>
                </a:lnTo>
                <a:cubicBezTo>
                  <a:pt x="285321" y="170345"/>
                  <a:pt x="282387" y="172735"/>
                  <a:pt x="278996" y="172735"/>
                </a:cubicBezTo>
                <a:lnTo>
                  <a:pt x="277568" y="172735"/>
                </a:lnTo>
                <a:cubicBezTo>
                  <a:pt x="273700" y="171945"/>
                  <a:pt x="271205" y="168173"/>
                  <a:pt x="271995" y="164306"/>
                </a:cubicBezTo>
                <a:lnTo>
                  <a:pt x="280425" y="127015"/>
                </a:lnTo>
                <a:cubicBezTo>
                  <a:pt x="266280" y="121719"/>
                  <a:pt x="250707" y="121719"/>
                  <a:pt x="236562" y="127015"/>
                </a:cubicBezTo>
                <a:lnTo>
                  <a:pt x="243992" y="163449"/>
                </a:lnTo>
                <a:cubicBezTo>
                  <a:pt x="244411" y="165306"/>
                  <a:pt x="244059" y="167259"/>
                  <a:pt x="243001" y="168849"/>
                </a:cubicBezTo>
                <a:cubicBezTo>
                  <a:pt x="241954" y="170440"/>
                  <a:pt x="240296" y="171535"/>
                  <a:pt x="238420" y="171878"/>
                </a:cubicBezTo>
                <a:lnTo>
                  <a:pt x="236991" y="171878"/>
                </a:lnTo>
                <a:cubicBezTo>
                  <a:pt x="233600" y="171878"/>
                  <a:pt x="230666" y="169487"/>
                  <a:pt x="229990" y="166163"/>
                </a:cubicBezTo>
                <a:lnTo>
                  <a:pt x="225847" y="146018"/>
                </a:lnTo>
                <a:cubicBezTo>
                  <a:pt x="207063" y="155057"/>
                  <a:pt x="193805" y="172621"/>
                  <a:pt x="190271" y="193167"/>
                </a:cubicBezTo>
                <a:lnTo>
                  <a:pt x="180413" y="193167"/>
                </a:lnTo>
                <a:cubicBezTo>
                  <a:pt x="174497" y="193167"/>
                  <a:pt x="169697" y="197967"/>
                  <a:pt x="169697" y="203882"/>
                </a:cubicBezTo>
                <a:cubicBezTo>
                  <a:pt x="169697" y="209797"/>
                  <a:pt x="174497" y="214598"/>
                  <a:pt x="180413" y="214598"/>
                </a:cubicBezTo>
                <a:lnTo>
                  <a:pt x="194700" y="214598"/>
                </a:lnTo>
                <a:cubicBezTo>
                  <a:pt x="199463" y="246440"/>
                  <a:pt x="226799" y="269995"/>
                  <a:pt x="258994" y="269995"/>
                </a:cubicBezTo>
                <a:cubicBezTo>
                  <a:pt x="291188" y="269995"/>
                  <a:pt x="318525" y="246440"/>
                  <a:pt x="323288" y="214598"/>
                </a:cubicBezTo>
                <a:lnTo>
                  <a:pt x="336289" y="214598"/>
                </a:lnTo>
                <a:cubicBezTo>
                  <a:pt x="342204" y="214598"/>
                  <a:pt x="347005" y="209797"/>
                  <a:pt x="347005" y="203882"/>
                </a:cubicBezTo>
                <a:cubicBezTo>
                  <a:pt x="347005" y="197967"/>
                  <a:pt x="342204" y="193167"/>
                  <a:pt x="336289" y="193167"/>
                </a:cubicBezTo>
                <a:lnTo>
                  <a:pt x="326002" y="193167"/>
                </a:lnTo>
                <a:moveTo>
                  <a:pt x="257994" y="247745"/>
                </a:moveTo>
                <a:cubicBezTo>
                  <a:pt x="238096" y="247916"/>
                  <a:pt x="220694" y="234362"/>
                  <a:pt x="215988" y="215026"/>
                </a:cubicBezTo>
                <a:lnTo>
                  <a:pt x="300142" y="215026"/>
                </a:lnTo>
                <a:cubicBezTo>
                  <a:pt x="295417" y="234410"/>
                  <a:pt x="277949" y="247983"/>
                  <a:pt x="257994" y="24774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28"/>
          <p:cNvSpPr/>
          <p:nvPr/>
        </p:nvSpPr>
        <p:spPr>
          <a:xfrm>
            <a:off x="3184857" y="3288455"/>
            <a:ext cx="310842" cy="246458"/>
          </a:xfrm>
          <a:custGeom>
            <a:rect b="b" l="l" r="r" t="t"/>
            <a:pathLst>
              <a:path extrusionOk="0" h="341118" w="336956">
                <a:moveTo>
                  <a:pt x="137712" y="22221"/>
                </a:moveTo>
                <a:cubicBezTo>
                  <a:pt x="137502" y="22440"/>
                  <a:pt x="136931" y="23155"/>
                  <a:pt x="136931" y="25012"/>
                </a:cubicBezTo>
                <a:lnTo>
                  <a:pt x="136931" y="82248"/>
                </a:lnTo>
                <a:cubicBezTo>
                  <a:pt x="132064" y="74761"/>
                  <a:pt x="124301" y="69637"/>
                  <a:pt x="115500" y="68103"/>
                </a:cubicBezTo>
                <a:lnTo>
                  <a:pt x="115500" y="25003"/>
                </a:lnTo>
                <a:cubicBezTo>
                  <a:pt x="115500" y="18288"/>
                  <a:pt x="117786" y="11839"/>
                  <a:pt x="122577" y="7058"/>
                </a:cubicBezTo>
                <a:cubicBezTo>
                  <a:pt x="127349" y="2276"/>
                  <a:pt x="133788" y="0"/>
                  <a:pt x="140503" y="0"/>
                </a:cubicBezTo>
                <a:lnTo>
                  <a:pt x="277663" y="0"/>
                </a:lnTo>
                <a:cubicBezTo>
                  <a:pt x="280587" y="0"/>
                  <a:pt x="283559" y="666"/>
                  <a:pt x="285883" y="1419"/>
                </a:cubicBezTo>
                <a:cubicBezTo>
                  <a:pt x="287702" y="2038"/>
                  <a:pt x="290836" y="3267"/>
                  <a:pt x="293341" y="5524"/>
                </a:cubicBezTo>
                <a:lnTo>
                  <a:pt x="327383" y="33899"/>
                </a:lnTo>
                <a:cubicBezTo>
                  <a:pt x="327640" y="34109"/>
                  <a:pt x="327869" y="34328"/>
                  <a:pt x="328098" y="34556"/>
                </a:cubicBezTo>
                <a:cubicBezTo>
                  <a:pt x="331650" y="38109"/>
                  <a:pt x="336956" y="45005"/>
                  <a:pt x="336956" y="53559"/>
                </a:cubicBezTo>
                <a:lnTo>
                  <a:pt x="336956" y="232152"/>
                </a:lnTo>
                <a:cubicBezTo>
                  <a:pt x="336956" y="238867"/>
                  <a:pt x="334670" y="245316"/>
                  <a:pt x="329888" y="250097"/>
                </a:cubicBezTo>
                <a:cubicBezTo>
                  <a:pt x="325107" y="254869"/>
                  <a:pt x="318668" y="257175"/>
                  <a:pt x="311953" y="257175"/>
                </a:cubicBezTo>
                <a:lnTo>
                  <a:pt x="157219" y="257175"/>
                </a:lnTo>
                <a:cubicBezTo>
                  <a:pt x="163020" y="250793"/>
                  <a:pt x="167935" y="243601"/>
                  <a:pt x="171773" y="235743"/>
                </a:cubicBezTo>
                <a:lnTo>
                  <a:pt x="311953" y="235743"/>
                </a:lnTo>
                <a:cubicBezTo>
                  <a:pt x="313810" y="235743"/>
                  <a:pt x="314525" y="235162"/>
                  <a:pt x="314734" y="234943"/>
                </a:cubicBezTo>
                <a:cubicBezTo>
                  <a:pt x="314953" y="234724"/>
                  <a:pt x="315525" y="234010"/>
                  <a:pt x="315525" y="232171"/>
                </a:cubicBezTo>
                <a:lnTo>
                  <a:pt x="315525" y="53616"/>
                </a:lnTo>
                <a:cubicBezTo>
                  <a:pt x="315429" y="53206"/>
                  <a:pt x="315277" y="52806"/>
                  <a:pt x="315048" y="52444"/>
                </a:cubicBezTo>
                <a:cubicBezTo>
                  <a:pt x="314553" y="51558"/>
                  <a:pt x="313943" y="50749"/>
                  <a:pt x="313239" y="50015"/>
                </a:cubicBezTo>
                <a:lnTo>
                  <a:pt x="279520" y="21926"/>
                </a:lnTo>
                <a:cubicBezTo>
                  <a:pt x="278930" y="21678"/>
                  <a:pt x="278301" y="21507"/>
                  <a:pt x="277663" y="21431"/>
                </a:cubicBezTo>
                <a:lnTo>
                  <a:pt x="140503" y="21431"/>
                </a:lnTo>
                <a:cubicBezTo>
                  <a:pt x="138645" y="21431"/>
                  <a:pt x="137931" y="22002"/>
                  <a:pt x="137712" y="22212"/>
                </a:cubicBezTo>
                <a:moveTo>
                  <a:pt x="250297" y="60807"/>
                </a:moveTo>
                <a:cubicBezTo>
                  <a:pt x="252564" y="55425"/>
                  <a:pt x="250107" y="49234"/>
                  <a:pt x="244782" y="46863"/>
                </a:cubicBezTo>
                <a:cubicBezTo>
                  <a:pt x="239458" y="44491"/>
                  <a:pt x="233210" y="46815"/>
                  <a:pt x="230733" y="52082"/>
                </a:cubicBezTo>
                <a:lnTo>
                  <a:pt x="202158" y="116376"/>
                </a:lnTo>
                <a:cubicBezTo>
                  <a:pt x="200501" y="119891"/>
                  <a:pt x="200872" y="124025"/>
                  <a:pt x="203139" y="127177"/>
                </a:cubicBezTo>
                <a:cubicBezTo>
                  <a:pt x="205397" y="130340"/>
                  <a:pt x="209188" y="132026"/>
                  <a:pt x="213045" y="131597"/>
                </a:cubicBezTo>
                <a:cubicBezTo>
                  <a:pt x="216903" y="131159"/>
                  <a:pt x="220227" y="128673"/>
                  <a:pt x="221722" y="125101"/>
                </a:cubicBezTo>
                <a:lnTo>
                  <a:pt x="250297" y="60807"/>
                </a:lnTo>
                <a:moveTo>
                  <a:pt x="190938" y="63150"/>
                </a:moveTo>
                <a:cubicBezTo>
                  <a:pt x="186756" y="58969"/>
                  <a:pt x="179974" y="58969"/>
                  <a:pt x="175793" y="63141"/>
                </a:cubicBezTo>
                <a:lnTo>
                  <a:pt x="154362" y="84581"/>
                </a:lnTo>
                <a:cubicBezTo>
                  <a:pt x="150180" y="88763"/>
                  <a:pt x="150180" y="95535"/>
                  <a:pt x="154362" y="99726"/>
                </a:cubicBezTo>
                <a:lnTo>
                  <a:pt x="175793" y="121158"/>
                </a:lnTo>
                <a:cubicBezTo>
                  <a:pt x="180012" y="125091"/>
                  <a:pt x="186594" y="124968"/>
                  <a:pt x="190671" y="120891"/>
                </a:cubicBezTo>
                <a:cubicBezTo>
                  <a:pt x="194757" y="116814"/>
                  <a:pt x="194871" y="110232"/>
                  <a:pt x="190938" y="106003"/>
                </a:cubicBezTo>
                <a:lnTo>
                  <a:pt x="177079" y="92144"/>
                </a:lnTo>
                <a:lnTo>
                  <a:pt x="190938" y="78295"/>
                </a:lnTo>
                <a:cubicBezTo>
                  <a:pt x="195119" y="74104"/>
                  <a:pt x="195119" y="67332"/>
                  <a:pt x="190938" y="63141"/>
                </a:cubicBezTo>
                <a:moveTo>
                  <a:pt x="261518" y="63150"/>
                </a:moveTo>
                <a:cubicBezTo>
                  <a:pt x="257336" y="67332"/>
                  <a:pt x="257336" y="74104"/>
                  <a:pt x="261518" y="78295"/>
                </a:cubicBezTo>
                <a:lnTo>
                  <a:pt x="275377" y="92144"/>
                </a:lnTo>
                <a:lnTo>
                  <a:pt x="261518" y="106013"/>
                </a:lnTo>
                <a:cubicBezTo>
                  <a:pt x="257584" y="110232"/>
                  <a:pt x="257698" y="116814"/>
                  <a:pt x="261785" y="120891"/>
                </a:cubicBezTo>
                <a:cubicBezTo>
                  <a:pt x="265861" y="124968"/>
                  <a:pt x="272443" y="125091"/>
                  <a:pt x="276663" y="121158"/>
                </a:cubicBezTo>
                <a:lnTo>
                  <a:pt x="298094" y="99726"/>
                </a:lnTo>
                <a:cubicBezTo>
                  <a:pt x="302275" y="95535"/>
                  <a:pt x="302275" y="88763"/>
                  <a:pt x="298094" y="84572"/>
                </a:cubicBezTo>
                <a:lnTo>
                  <a:pt x="276663" y="63150"/>
                </a:lnTo>
                <a:cubicBezTo>
                  <a:pt x="272481" y="58969"/>
                  <a:pt x="265699" y="58969"/>
                  <a:pt x="261518" y="63141"/>
                </a:cubicBezTo>
                <a:moveTo>
                  <a:pt x="176755" y="341118"/>
                </a:moveTo>
                <a:cubicBezTo>
                  <a:pt x="164458" y="305619"/>
                  <a:pt x="130330" y="279673"/>
                  <a:pt x="90735" y="279673"/>
                </a:cubicBezTo>
                <a:cubicBezTo>
                  <a:pt x="51130" y="279673"/>
                  <a:pt x="15630" y="305619"/>
                  <a:pt x="3343" y="341109"/>
                </a:cubicBezTo>
                <a:lnTo>
                  <a:pt x="176755" y="341109"/>
                </a:lnTo>
                <a:moveTo>
                  <a:pt x="89382" y="265356"/>
                </a:moveTo>
                <a:cubicBezTo>
                  <a:pt x="56692" y="265356"/>
                  <a:pt x="29565" y="242496"/>
                  <a:pt x="21497" y="212407"/>
                </a:cubicBezTo>
                <a:lnTo>
                  <a:pt x="51787" y="212407"/>
                </a:lnTo>
                <a:cubicBezTo>
                  <a:pt x="58635" y="226818"/>
                  <a:pt x="73075" y="236781"/>
                  <a:pt x="89373" y="236781"/>
                </a:cubicBezTo>
                <a:cubicBezTo>
                  <a:pt x="106660" y="236781"/>
                  <a:pt x="121072" y="226952"/>
                  <a:pt x="127492" y="212407"/>
                </a:cubicBezTo>
                <a:lnTo>
                  <a:pt x="157562" y="212407"/>
                </a:lnTo>
                <a:cubicBezTo>
                  <a:pt x="149999" y="243125"/>
                  <a:pt x="122681" y="265356"/>
                  <a:pt x="89382" y="265356"/>
                </a:cubicBezTo>
                <a:moveTo>
                  <a:pt x="99269" y="99669"/>
                </a:moveTo>
                <a:cubicBezTo>
                  <a:pt x="98679" y="91992"/>
                  <a:pt x="92116" y="86172"/>
                  <a:pt x="84420" y="86487"/>
                </a:cubicBezTo>
                <a:cubicBezTo>
                  <a:pt x="76733" y="86810"/>
                  <a:pt x="70685" y="93173"/>
                  <a:pt x="70742" y="100869"/>
                </a:cubicBezTo>
                <a:lnTo>
                  <a:pt x="70742" y="106527"/>
                </a:lnTo>
                <a:cubicBezTo>
                  <a:pt x="44253" y="114423"/>
                  <a:pt x="24707" y="138684"/>
                  <a:pt x="22774" y="167144"/>
                </a:cubicBezTo>
                <a:lnTo>
                  <a:pt x="14287" y="167144"/>
                </a:lnTo>
                <a:cubicBezTo>
                  <a:pt x="6400" y="167144"/>
                  <a:pt x="0" y="173545"/>
                  <a:pt x="0" y="181432"/>
                </a:cubicBezTo>
                <a:cubicBezTo>
                  <a:pt x="0" y="189318"/>
                  <a:pt x="6400" y="195719"/>
                  <a:pt x="14287" y="195719"/>
                </a:cubicBezTo>
                <a:lnTo>
                  <a:pt x="164477" y="195719"/>
                </a:lnTo>
                <a:cubicBezTo>
                  <a:pt x="172364" y="195719"/>
                  <a:pt x="178765" y="189318"/>
                  <a:pt x="178765" y="181432"/>
                </a:cubicBezTo>
                <a:cubicBezTo>
                  <a:pt x="178765" y="173545"/>
                  <a:pt x="172364" y="167144"/>
                  <a:pt x="164477" y="167144"/>
                </a:cubicBezTo>
                <a:lnTo>
                  <a:pt x="156000" y="167144"/>
                </a:lnTo>
                <a:cubicBezTo>
                  <a:pt x="155038" y="143589"/>
                  <a:pt x="141579" y="122339"/>
                  <a:pt x="120700" y="111394"/>
                </a:cubicBezTo>
                <a:lnTo>
                  <a:pt x="120700" y="133569"/>
                </a:lnTo>
                <a:cubicBezTo>
                  <a:pt x="120700" y="139484"/>
                  <a:pt x="115900" y="144284"/>
                  <a:pt x="109985" y="144284"/>
                </a:cubicBezTo>
                <a:cubicBezTo>
                  <a:pt x="104070" y="144284"/>
                  <a:pt x="99269" y="139484"/>
                  <a:pt x="99269" y="133569"/>
                </a:cubicBezTo>
                <a:lnTo>
                  <a:pt x="99269" y="99679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28"/>
          <p:cNvSpPr/>
          <p:nvPr/>
        </p:nvSpPr>
        <p:spPr>
          <a:xfrm>
            <a:off x="1599054" y="2716087"/>
            <a:ext cx="305781" cy="241551"/>
          </a:xfrm>
          <a:custGeom>
            <a:rect b="b" l="l" r="r" t="t"/>
            <a:pathLst>
              <a:path extrusionOk="0" h="334327" w="331470">
                <a:moveTo>
                  <a:pt x="271462" y="157162"/>
                </a:moveTo>
                <a:lnTo>
                  <a:pt x="331470" y="174307"/>
                </a:lnTo>
                <a:lnTo>
                  <a:pt x="314325" y="114300"/>
                </a:lnTo>
                <a:lnTo>
                  <a:pt x="240439" y="40414"/>
                </a:lnTo>
                <a:lnTo>
                  <a:pt x="197577" y="83277"/>
                </a:lnTo>
                <a:lnTo>
                  <a:pt x="271462" y="157162"/>
                </a:lnTo>
                <a:moveTo>
                  <a:pt x="211455" y="11429"/>
                </a:moveTo>
                <a:lnTo>
                  <a:pt x="220246" y="20221"/>
                </a:lnTo>
                <a:lnTo>
                  <a:pt x="177374" y="63074"/>
                </a:lnTo>
                <a:lnTo>
                  <a:pt x="168592" y="54292"/>
                </a:lnTo>
                <a:cubicBezTo>
                  <a:pt x="157162" y="42862"/>
                  <a:pt x="157162" y="22860"/>
                  <a:pt x="168592" y="11429"/>
                </a:cubicBezTo>
                <a:cubicBezTo>
                  <a:pt x="180022" y="0"/>
                  <a:pt x="200025" y="0"/>
                  <a:pt x="211455" y="11429"/>
                </a:cubicBezTo>
                <a:moveTo>
                  <a:pt x="246373" y="334327"/>
                </a:moveTo>
                <a:cubicBezTo>
                  <a:pt x="255603" y="334327"/>
                  <a:pt x="261756" y="328174"/>
                  <a:pt x="261756" y="318925"/>
                </a:cubicBezTo>
                <a:lnTo>
                  <a:pt x="261756" y="303523"/>
                </a:lnTo>
                <a:cubicBezTo>
                  <a:pt x="261756" y="294293"/>
                  <a:pt x="255622" y="288140"/>
                  <a:pt x="246364" y="288140"/>
                </a:cubicBezTo>
                <a:lnTo>
                  <a:pt x="15411" y="288140"/>
                </a:lnTo>
                <a:cubicBezTo>
                  <a:pt x="6172" y="288140"/>
                  <a:pt x="19" y="294284"/>
                  <a:pt x="19" y="303533"/>
                </a:cubicBezTo>
                <a:lnTo>
                  <a:pt x="19" y="318925"/>
                </a:lnTo>
                <a:cubicBezTo>
                  <a:pt x="0" y="328183"/>
                  <a:pt x="6153" y="334327"/>
                  <a:pt x="15401" y="334327"/>
                </a:cubicBezTo>
                <a:lnTo>
                  <a:pt x="246373" y="334327"/>
                </a:lnTo>
                <a:moveTo>
                  <a:pt x="109442" y="162991"/>
                </a:moveTo>
                <a:lnTo>
                  <a:pt x="109442" y="266461"/>
                </a:lnTo>
                <a:lnTo>
                  <a:pt x="152304" y="266461"/>
                </a:lnTo>
                <a:lnTo>
                  <a:pt x="152304" y="162991"/>
                </a:lnTo>
                <a:cubicBezTo>
                  <a:pt x="152304" y="154419"/>
                  <a:pt x="146589" y="148704"/>
                  <a:pt x="138017" y="148704"/>
                </a:cubicBezTo>
                <a:lnTo>
                  <a:pt x="123729" y="148704"/>
                </a:lnTo>
                <a:cubicBezTo>
                  <a:pt x="115157" y="148704"/>
                  <a:pt x="109442" y="154419"/>
                  <a:pt x="109442" y="162991"/>
                </a:cubicBezTo>
                <a:moveTo>
                  <a:pt x="88010" y="266709"/>
                </a:moveTo>
                <a:lnTo>
                  <a:pt x="27355" y="266709"/>
                </a:lnTo>
                <a:cubicBezTo>
                  <a:pt x="28689" y="227037"/>
                  <a:pt x="52930" y="192338"/>
                  <a:pt x="88020" y="176269"/>
                </a:cubicBezTo>
                <a:lnTo>
                  <a:pt x="88020" y="266461"/>
                </a:lnTo>
                <a:moveTo>
                  <a:pt x="234400" y="266709"/>
                </a:moveTo>
                <a:lnTo>
                  <a:pt x="173735" y="266709"/>
                </a:lnTo>
                <a:lnTo>
                  <a:pt x="173735" y="176269"/>
                </a:lnTo>
                <a:cubicBezTo>
                  <a:pt x="208816" y="192338"/>
                  <a:pt x="233057" y="227037"/>
                  <a:pt x="234400" y="26670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3025" lIns="66050" spcFirstLastPara="1" rIns="66050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4" name="Google Shape;2924;p28"/>
          <p:cNvGrpSpPr/>
          <p:nvPr/>
        </p:nvGrpSpPr>
        <p:grpSpPr>
          <a:xfrm>
            <a:off x="6606054" y="2115160"/>
            <a:ext cx="845103" cy="346880"/>
            <a:chOff x="6114109" y="1177290"/>
            <a:chExt cx="916200" cy="480044"/>
          </a:xfrm>
        </p:grpSpPr>
        <p:sp>
          <p:nvSpPr>
            <p:cNvPr id="2925" name="Google Shape;2925;p28"/>
            <p:cNvSpPr txBox="1"/>
            <p:nvPr/>
          </p:nvSpPr>
          <p:spPr>
            <a:xfrm>
              <a:off x="6114109" y="1177290"/>
              <a:ext cx="916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Verify the</a:t>
              </a:r>
              <a:endParaRPr sz="1012"/>
            </a:p>
          </p:txBody>
        </p:sp>
        <p:sp>
          <p:nvSpPr>
            <p:cNvPr id="2926" name="Google Shape;2926;p28"/>
            <p:cNvSpPr txBox="1"/>
            <p:nvPr/>
          </p:nvSpPr>
          <p:spPr>
            <a:xfrm>
              <a:off x="6114109" y="1297305"/>
              <a:ext cx="916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correctness of</a:t>
              </a:r>
              <a:endParaRPr sz="1012"/>
            </a:p>
          </p:txBody>
        </p:sp>
        <p:sp>
          <p:nvSpPr>
            <p:cNvPr id="2927" name="Google Shape;2927;p28"/>
            <p:cNvSpPr txBox="1"/>
            <p:nvPr/>
          </p:nvSpPr>
          <p:spPr>
            <a:xfrm>
              <a:off x="6114109" y="1417319"/>
              <a:ext cx="916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signed arithmetic</a:t>
              </a:r>
              <a:endParaRPr sz="1012"/>
            </a:p>
          </p:txBody>
        </p:sp>
        <p:sp>
          <p:nvSpPr>
            <p:cNvPr id="2928" name="Google Shape;2928;p28"/>
            <p:cNvSpPr txBox="1"/>
            <p:nvPr/>
          </p:nvSpPr>
          <p:spPr>
            <a:xfrm>
              <a:off x="6114109" y="1537334"/>
              <a:ext cx="916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operations</a:t>
              </a:r>
              <a:endParaRPr sz="1012"/>
            </a:p>
          </p:txBody>
        </p:sp>
      </p:grpSp>
      <p:grpSp>
        <p:nvGrpSpPr>
          <p:cNvPr id="2929" name="Google Shape;2929;p28"/>
          <p:cNvGrpSpPr/>
          <p:nvPr/>
        </p:nvGrpSpPr>
        <p:grpSpPr>
          <a:xfrm>
            <a:off x="5513479" y="2201883"/>
            <a:ext cx="921754" cy="260158"/>
            <a:chOff x="4929617" y="1297305"/>
            <a:chExt cx="999300" cy="360030"/>
          </a:xfrm>
        </p:grpSpPr>
        <p:sp>
          <p:nvSpPr>
            <p:cNvPr id="2930" name="Google Shape;2930;p28"/>
            <p:cNvSpPr txBox="1"/>
            <p:nvPr/>
          </p:nvSpPr>
          <p:spPr>
            <a:xfrm>
              <a:off x="4929617" y="1297305"/>
              <a:ext cx="999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Add self-checking</a:t>
              </a:r>
              <a:endParaRPr sz="1012"/>
            </a:p>
          </p:txBody>
        </p:sp>
        <p:sp>
          <p:nvSpPr>
            <p:cNvPr id="2931" name="Google Shape;2931;p28"/>
            <p:cNvSpPr txBox="1"/>
            <p:nvPr/>
          </p:nvSpPr>
          <p:spPr>
            <a:xfrm>
              <a:off x="4929617" y="1417319"/>
              <a:ext cx="999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mechanisms to the</a:t>
              </a:r>
              <a:endParaRPr sz="1012"/>
            </a:p>
          </p:txBody>
        </p:sp>
        <p:sp>
          <p:nvSpPr>
            <p:cNvPr id="2932" name="Google Shape;2932;p28"/>
            <p:cNvSpPr txBox="1"/>
            <p:nvPr/>
          </p:nvSpPr>
          <p:spPr>
            <a:xfrm>
              <a:off x="4929617" y="1537335"/>
              <a:ext cx="999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RTL design</a:t>
              </a:r>
              <a:endParaRPr sz="1012"/>
            </a:p>
          </p:txBody>
        </p:sp>
      </p:grpSp>
      <p:grpSp>
        <p:nvGrpSpPr>
          <p:cNvPr id="2933" name="Google Shape;2933;p28"/>
          <p:cNvGrpSpPr/>
          <p:nvPr/>
        </p:nvGrpSpPr>
        <p:grpSpPr>
          <a:xfrm>
            <a:off x="4507744" y="2201883"/>
            <a:ext cx="824626" cy="260158"/>
            <a:chOff x="3839271" y="1297305"/>
            <a:chExt cx="894000" cy="360030"/>
          </a:xfrm>
        </p:grpSpPr>
        <p:sp>
          <p:nvSpPr>
            <p:cNvPr id="2934" name="Google Shape;2934;p28"/>
            <p:cNvSpPr txBox="1"/>
            <p:nvPr/>
          </p:nvSpPr>
          <p:spPr>
            <a:xfrm>
              <a:off x="3839271" y="1297305"/>
              <a:ext cx="8940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Simulate the RTL</a:t>
              </a:r>
              <a:endParaRPr sz="1012"/>
            </a:p>
          </p:txBody>
        </p:sp>
        <p:sp>
          <p:nvSpPr>
            <p:cNvPr id="2935" name="Google Shape;2935;p28"/>
            <p:cNvSpPr txBox="1"/>
            <p:nvPr/>
          </p:nvSpPr>
          <p:spPr>
            <a:xfrm>
              <a:off x="3839271" y="1417319"/>
              <a:ext cx="8940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design with the</a:t>
              </a:r>
              <a:endParaRPr sz="1012"/>
            </a:p>
          </p:txBody>
        </p:sp>
        <p:sp>
          <p:nvSpPr>
            <p:cNvPr id="2936" name="Google Shape;2936;p28"/>
            <p:cNvSpPr txBox="1"/>
            <p:nvPr/>
          </p:nvSpPr>
          <p:spPr>
            <a:xfrm>
              <a:off x="3839271" y="1537335"/>
              <a:ext cx="8940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testbench</a:t>
              </a:r>
              <a:endParaRPr sz="1012"/>
            </a:p>
          </p:txBody>
        </p:sp>
      </p:grpSp>
      <p:grpSp>
        <p:nvGrpSpPr>
          <p:cNvPr id="2937" name="Google Shape;2937;p28"/>
          <p:cNvGrpSpPr/>
          <p:nvPr/>
        </p:nvGrpSpPr>
        <p:grpSpPr>
          <a:xfrm>
            <a:off x="3457481" y="2115160"/>
            <a:ext cx="816601" cy="346880"/>
            <a:chOff x="2700652" y="1177290"/>
            <a:chExt cx="885300" cy="480044"/>
          </a:xfrm>
        </p:grpSpPr>
        <p:sp>
          <p:nvSpPr>
            <p:cNvPr id="2938" name="Google Shape;2938;p28"/>
            <p:cNvSpPr txBox="1"/>
            <p:nvPr/>
          </p:nvSpPr>
          <p:spPr>
            <a:xfrm>
              <a:off x="2700652" y="1177290"/>
              <a:ext cx="885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Incorporate</a:t>
              </a:r>
              <a:endParaRPr sz="1012"/>
            </a:p>
          </p:txBody>
        </p:sp>
        <p:sp>
          <p:nvSpPr>
            <p:cNvPr id="2939" name="Google Shape;2939;p28"/>
            <p:cNvSpPr txBox="1"/>
            <p:nvPr/>
          </p:nvSpPr>
          <p:spPr>
            <a:xfrm>
              <a:off x="2700652" y="1297305"/>
              <a:ext cx="885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additional</a:t>
              </a:r>
              <a:endParaRPr sz="1012"/>
            </a:p>
          </p:txBody>
        </p:sp>
        <p:sp>
          <p:nvSpPr>
            <p:cNvPr id="2940" name="Google Shape;2940;p28"/>
            <p:cNvSpPr txBox="1"/>
            <p:nvPr/>
          </p:nvSpPr>
          <p:spPr>
            <a:xfrm>
              <a:off x="2700652" y="1417319"/>
              <a:ext cx="885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functionalities to</a:t>
              </a:r>
              <a:endParaRPr sz="1012"/>
            </a:p>
          </p:txBody>
        </p:sp>
        <p:sp>
          <p:nvSpPr>
            <p:cNvPr id="2941" name="Google Shape;2941;p28"/>
            <p:cNvSpPr txBox="1"/>
            <p:nvPr/>
          </p:nvSpPr>
          <p:spPr>
            <a:xfrm>
              <a:off x="2700652" y="1537334"/>
              <a:ext cx="8853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design</a:t>
              </a:r>
              <a:endParaRPr sz="1012"/>
            </a:p>
          </p:txBody>
        </p:sp>
      </p:grpSp>
      <p:grpSp>
        <p:nvGrpSpPr>
          <p:cNvPr id="2942" name="Google Shape;2942;p28"/>
          <p:cNvGrpSpPr/>
          <p:nvPr/>
        </p:nvGrpSpPr>
        <p:grpSpPr>
          <a:xfrm>
            <a:off x="2398884" y="2115160"/>
            <a:ext cx="825179" cy="346880"/>
            <a:chOff x="1552997" y="1177290"/>
            <a:chExt cx="894600" cy="480044"/>
          </a:xfrm>
        </p:grpSpPr>
        <p:sp>
          <p:nvSpPr>
            <p:cNvPr id="2943" name="Google Shape;2943;p28"/>
            <p:cNvSpPr txBox="1"/>
            <p:nvPr/>
          </p:nvSpPr>
          <p:spPr>
            <a:xfrm>
              <a:off x="1552997" y="1177290"/>
              <a:ext cx="8946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Select the</a:t>
              </a:r>
              <a:endParaRPr sz="1012"/>
            </a:p>
          </p:txBody>
        </p:sp>
        <p:sp>
          <p:nvSpPr>
            <p:cNvPr id="2944" name="Google Shape;2944;p28"/>
            <p:cNvSpPr txBox="1"/>
            <p:nvPr/>
          </p:nvSpPr>
          <p:spPr>
            <a:xfrm>
              <a:off x="1552997" y="1297305"/>
              <a:ext cx="8946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appropriate</a:t>
              </a:r>
              <a:endParaRPr sz="1012"/>
            </a:p>
          </p:txBody>
        </p:sp>
        <p:sp>
          <p:nvSpPr>
            <p:cNvPr id="2945" name="Google Shape;2945;p28"/>
            <p:cNvSpPr txBox="1"/>
            <p:nvPr/>
          </p:nvSpPr>
          <p:spPr>
            <a:xfrm>
              <a:off x="1552997" y="1417319"/>
              <a:ext cx="8946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methodology for</a:t>
              </a:r>
              <a:endParaRPr sz="1012"/>
            </a:p>
          </p:txBody>
        </p:sp>
        <p:sp>
          <p:nvSpPr>
            <p:cNvPr id="2946" name="Google Shape;2946;p28"/>
            <p:cNvSpPr txBox="1"/>
            <p:nvPr/>
          </p:nvSpPr>
          <p:spPr>
            <a:xfrm>
              <a:off x="1552997" y="1537334"/>
              <a:ext cx="8946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RTL development</a:t>
              </a:r>
              <a:endParaRPr sz="1012"/>
            </a:p>
          </p:txBody>
        </p:sp>
      </p:grpSp>
      <p:grpSp>
        <p:nvGrpSpPr>
          <p:cNvPr id="2947" name="Google Shape;2947;p28"/>
          <p:cNvGrpSpPr/>
          <p:nvPr/>
        </p:nvGrpSpPr>
        <p:grpSpPr>
          <a:xfrm>
            <a:off x="1330053" y="2201883"/>
            <a:ext cx="854235" cy="260158"/>
            <a:chOff x="394246" y="1297305"/>
            <a:chExt cx="926100" cy="360030"/>
          </a:xfrm>
        </p:grpSpPr>
        <p:sp>
          <p:nvSpPr>
            <p:cNvPr id="2948" name="Google Shape;2948;p28"/>
            <p:cNvSpPr txBox="1"/>
            <p:nvPr/>
          </p:nvSpPr>
          <p:spPr>
            <a:xfrm>
              <a:off x="394246" y="1297305"/>
              <a:ext cx="92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Clearly articulate</a:t>
              </a:r>
              <a:endParaRPr sz="1012"/>
            </a:p>
          </p:txBody>
        </p:sp>
        <p:sp>
          <p:nvSpPr>
            <p:cNvPr id="2949" name="Google Shape;2949;p28"/>
            <p:cNvSpPr txBox="1"/>
            <p:nvPr/>
          </p:nvSpPr>
          <p:spPr>
            <a:xfrm>
              <a:off x="394246" y="1417319"/>
              <a:ext cx="92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problem to be</a:t>
              </a:r>
              <a:endParaRPr sz="1012"/>
            </a:p>
          </p:txBody>
        </p:sp>
        <p:sp>
          <p:nvSpPr>
            <p:cNvPr id="2950" name="Google Shape;2950;p28"/>
            <p:cNvSpPr txBox="1"/>
            <p:nvPr/>
          </p:nvSpPr>
          <p:spPr>
            <a:xfrm>
              <a:off x="394246" y="1537335"/>
              <a:ext cx="92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solved</a:t>
              </a:r>
              <a:endParaRPr sz="1012"/>
            </a:p>
          </p:txBody>
        </p:sp>
      </p:grpSp>
      <p:grpSp>
        <p:nvGrpSpPr>
          <p:cNvPr id="2951" name="Google Shape;2951;p28"/>
          <p:cNvGrpSpPr/>
          <p:nvPr/>
        </p:nvGrpSpPr>
        <p:grpSpPr>
          <a:xfrm>
            <a:off x="5644576" y="2011918"/>
            <a:ext cx="659424" cy="148689"/>
            <a:chOff x="5071743" y="1034415"/>
            <a:chExt cx="714900" cy="205770"/>
          </a:xfrm>
        </p:grpSpPr>
        <p:sp>
          <p:nvSpPr>
            <p:cNvPr id="2952" name="Google Shape;2952;p28"/>
            <p:cNvSpPr txBox="1"/>
            <p:nvPr/>
          </p:nvSpPr>
          <p:spPr>
            <a:xfrm>
              <a:off x="5071743" y="1034415"/>
              <a:ext cx="7149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Implement Self-</a:t>
              </a:r>
              <a:endParaRPr sz="1012"/>
            </a:p>
          </p:txBody>
        </p:sp>
        <p:sp>
          <p:nvSpPr>
            <p:cNvPr id="2953" name="Google Shape;2953;p28"/>
            <p:cNvSpPr txBox="1"/>
            <p:nvPr/>
          </p:nvSpPr>
          <p:spPr>
            <a:xfrm>
              <a:off x="5071743" y="1137285"/>
              <a:ext cx="7149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Checking</a:t>
              </a:r>
              <a:endParaRPr sz="1012"/>
            </a:p>
          </p:txBody>
        </p:sp>
      </p:grpSp>
      <p:sp>
        <p:nvSpPr>
          <p:cNvPr id="2954" name="Google Shape;2954;p28"/>
          <p:cNvSpPr txBox="1"/>
          <p:nvPr/>
        </p:nvSpPr>
        <p:spPr>
          <a:xfrm>
            <a:off x="1360914" y="2086287"/>
            <a:ext cx="7926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1012"/>
          </a:p>
        </p:txBody>
      </p:sp>
      <p:grpSp>
        <p:nvGrpSpPr>
          <p:cNvPr id="2955" name="Google Shape;2955;p28"/>
          <p:cNvGrpSpPr/>
          <p:nvPr/>
        </p:nvGrpSpPr>
        <p:grpSpPr>
          <a:xfrm>
            <a:off x="6774918" y="1925195"/>
            <a:ext cx="507504" cy="148689"/>
            <a:chOff x="6297179" y="914400"/>
            <a:chExt cx="550200" cy="205770"/>
          </a:xfrm>
        </p:grpSpPr>
        <p:sp>
          <p:nvSpPr>
            <p:cNvPr id="2956" name="Google Shape;2956;p28"/>
            <p:cNvSpPr txBox="1"/>
            <p:nvPr/>
          </p:nvSpPr>
          <p:spPr>
            <a:xfrm>
              <a:off x="6297179" y="914400"/>
              <a:ext cx="5502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Test Signed</a:t>
              </a:r>
              <a:endParaRPr sz="1012"/>
            </a:p>
          </p:txBody>
        </p:sp>
        <p:sp>
          <p:nvSpPr>
            <p:cNvPr id="2957" name="Google Shape;2957;p28"/>
            <p:cNvSpPr txBox="1"/>
            <p:nvPr/>
          </p:nvSpPr>
          <p:spPr>
            <a:xfrm>
              <a:off x="6297179" y="1017270"/>
              <a:ext cx="5502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Operations</a:t>
              </a:r>
              <a:endParaRPr sz="1012"/>
            </a:p>
          </p:txBody>
        </p:sp>
      </p:grpSp>
      <p:sp>
        <p:nvSpPr>
          <p:cNvPr id="2958" name="Google Shape;2958;p28"/>
          <p:cNvSpPr txBox="1"/>
          <p:nvPr/>
        </p:nvSpPr>
        <p:spPr>
          <a:xfrm>
            <a:off x="3594630" y="1999561"/>
            <a:ext cx="5433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 Features</a:t>
            </a:r>
            <a:endParaRPr sz="1012"/>
          </a:p>
        </p:txBody>
      </p:sp>
      <p:grpSp>
        <p:nvGrpSpPr>
          <p:cNvPr id="2959" name="Google Shape;2959;p28"/>
          <p:cNvGrpSpPr/>
          <p:nvPr/>
        </p:nvGrpSpPr>
        <p:grpSpPr>
          <a:xfrm>
            <a:off x="2530921" y="1925195"/>
            <a:ext cx="560911" cy="148689"/>
            <a:chOff x="1696142" y="914400"/>
            <a:chExt cx="608100" cy="205770"/>
          </a:xfrm>
        </p:grpSpPr>
        <p:sp>
          <p:nvSpPr>
            <p:cNvPr id="2960" name="Google Shape;2960;p28"/>
            <p:cNvSpPr txBox="1"/>
            <p:nvPr/>
          </p:nvSpPr>
          <p:spPr>
            <a:xfrm>
              <a:off x="1696142" y="914400"/>
              <a:ext cx="6081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Development</a:t>
              </a:r>
              <a:endParaRPr sz="1012"/>
            </a:p>
          </p:txBody>
        </p:sp>
        <p:sp>
          <p:nvSpPr>
            <p:cNvPr id="2961" name="Google Shape;2961;p28"/>
            <p:cNvSpPr txBox="1"/>
            <p:nvPr/>
          </p:nvSpPr>
          <p:spPr>
            <a:xfrm>
              <a:off x="1696142" y="1017270"/>
              <a:ext cx="6081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Methodology</a:t>
              </a:r>
              <a:endParaRPr sz="1012"/>
            </a:p>
          </p:txBody>
        </p:sp>
      </p:grpSp>
      <p:sp>
        <p:nvSpPr>
          <p:cNvPr id="2962" name="Google Shape;2962;p28"/>
          <p:cNvSpPr txBox="1"/>
          <p:nvPr/>
        </p:nvSpPr>
        <p:spPr>
          <a:xfrm>
            <a:off x="3184246" y="1594837"/>
            <a:ext cx="29979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RTL Design and Verification Flow</a:t>
            </a:r>
            <a:endParaRPr sz="1012"/>
          </a:p>
        </p:txBody>
      </p:sp>
      <p:sp>
        <p:nvSpPr>
          <p:cNvPr id="2963" name="Google Shape;2963;p28"/>
          <p:cNvSpPr txBox="1"/>
          <p:nvPr/>
        </p:nvSpPr>
        <p:spPr>
          <a:xfrm>
            <a:off x="1979706" y="3783650"/>
            <a:ext cx="6096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Main Objective</a:t>
            </a:r>
            <a:endParaRPr sz="1012"/>
          </a:p>
        </p:txBody>
      </p:sp>
      <p:sp>
        <p:nvSpPr>
          <p:cNvPr id="2964" name="Google Shape;2964;p28"/>
          <p:cNvSpPr txBox="1"/>
          <p:nvPr/>
        </p:nvSpPr>
        <p:spPr>
          <a:xfrm>
            <a:off x="2945392" y="3783650"/>
            <a:ext cx="7866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Write the RTL Code</a:t>
            </a:r>
            <a:endParaRPr sz="1012"/>
          </a:p>
        </p:txBody>
      </p:sp>
      <p:grpSp>
        <p:nvGrpSpPr>
          <p:cNvPr id="2965" name="Google Shape;2965;p28"/>
          <p:cNvGrpSpPr/>
          <p:nvPr/>
        </p:nvGrpSpPr>
        <p:grpSpPr>
          <a:xfrm>
            <a:off x="4134804" y="3783542"/>
            <a:ext cx="516083" cy="148689"/>
            <a:chOff x="3434957" y="3486150"/>
            <a:chExt cx="559500" cy="205769"/>
          </a:xfrm>
        </p:grpSpPr>
        <p:sp>
          <p:nvSpPr>
            <p:cNvPr id="2966" name="Google Shape;2966;p28"/>
            <p:cNvSpPr txBox="1"/>
            <p:nvPr/>
          </p:nvSpPr>
          <p:spPr>
            <a:xfrm>
              <a:off x="3434957" y="3486150"/>
              <a:ext cx="5595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Create Test</a:t>
              </a:r>
              <a:endParaRPr sz="1012"/>
            </a:p>
          </p:txBody>
        </p:sp>
        <p:sp>
          <p:nvSpPr>
            <p:cNvPr id="2967" name="Google Shape;2967;p28"/>
            <p:cNvSpPr txBox="1"/>
            <p:nvPr/>
          </p:nvSpPr>
          <p:spPr>
            <a:xfrm>
              <a:off x="3434957" y="3589019"/>
              <a:ext cx="5595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Environment</a:t>
              </a:r>
              <a:endParaRPr sz="1012"/>
            </a:p>
          </p:txBody>
        </p:sp>
      </p:grpSp>
      <p:sp>
        <p:nvSpPr>
          <p:cNvPr id="2968" name="Google Shape;2968;p28"/>
          <p:cNvSpPr txBox="1"/>
          <p:nvPr/>
        </p:nvSpPr>
        <p:spPr>
          <a:xfrm>
            <a:off x="5108556" y="3783650"/>
            <a:ext cx="6786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Examine Results</a:t>
            </a:r>
            <a:endParaRPr sz="1012"/>
          </a:p>
        </p:txBody>
      </p:sp>
      <p:grpSp>
        <p:nvGrpSpPr>
          <p:cNvPr id="2969" name="Google Shape;2969;p28"/>
          <p:cNvGrpSpPr/>
          <p:nvPr/>
        </p:nvGrpSpPr>
        <p:grpSpPr>
          <a:xfrm>
            <a:off x="6123490" y="3783542"/>
            <a:ext cx="755999" cy="148689"/>
            <a:chOff x="5590948" y="3486150"/>
            <a:chExt cx="819600" cy="205769"/>
          </a:xfrm>
        </p:grpSpPr>
        <p:sp>
          <p:nvSpPr>
            <p:cNvPr id="2970" name="Google Shape;2970;p28"/>
            <p:cNvSpPr txBox="1"/>
            <p:nvPr/>
          </p:nvSpPr>
          <p:spPr>
            <a:xfrm>
              <a:off x="5590948" y="3486150"/>
              <a:ext cx="8196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Generate Random</a:t>
              </a:r>
              <a:endParaRPr sz="1012"/>
            </a:p>
          </p:txBody>
        </p:sp>
        <p:sp>
          <p:nvSpPr>
            <p:cNvPr id="2971" name="Google Shape;2971;p28"/>
            <p:cNvSpPr txBox="1"/>
            <p:nvPr/>
          </p:nvSpPr>
          <p:spPr>
            <a:xfrm>
              <a:off x="5590948" y="3589019"/>
              <a:ext cx="8196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434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Stimulus</a:t>
              </a:r>
              <a:endParaRPr sz="1012"/>
            </a:p>
          </p:txBody>
        </p:sp>
      </p:grpSp>
      <p:sp>
        <p:nvSpPr>
          <p:cNvPr id="2972" name="Google Shape;2972;p28"/>
          <p:cNvSpPr txBox="1"/>
          <p:nvPr/>
        </p:nvSpPr>
        <p:spPr>
          <a:xfrm>
            <a:off x="7383196" y="3783650"/>
            <a:ext cx="3471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Sign-Off</a:t>
            </a:r>
            <a:endParaRPr sz="1012"/>
          </a:p>
        </p:txBody>
      </p:sp>
      <p:grpSp>
        <p:nvGrpSpPr>
          <p:cNvPr id="2973" name="Google Shape;2973;p28"/>
          <p:cNvGrpSpPr/>
          <p:nvPr/>
        </p:nvGrpSpPr>
        <p:grpSpPr>
          <a:xfrm>
            <a:off x="1863145" y="3899172"/>
            <a:ext cx="842336" cy="260158"/>
            <a:chOff x="972187" y="3646169"/>
            <a:chExt cx="913200" cy="360030"/>
          </a:xfrm>
        </p:grpSpPr>
        <p:sp>
          <p:nvSpPr>
            <p:cNvPr id="2974" name="Google Shape;2974;p28"/>
            <p:cNvSpPr txBox="1"/>
            <p:nvPr/>
          </p:nvSpPr>
          <p:spPr>
            <a:xfrm>
              <a:off x="972187" y="3646169"/>
              <a:ext cx="913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Establish the</a:t>
              </a:r>
              <a:endParaRPr sz="1012"/>
            </a:p>
          </p:txBody>
        </p:sp>
        <p:sp>
          <p:nvSpPr>
            <p:cNvPr id="2975" name="Google Shape;2975;p28"/>
            <p:cNvSpPr txBox="1"/>
            <p:nvPr/>
          </p:nvSpPr>
          <p:spPr>
            <a:xfrm>
              <a:off x="972187" y="3766184"/>
              <a:ext cx="913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primary objective</a:t>
              </a:r>
              <a:endParaRPr sz="1012"/>
            </a:p>
          </p:txBody>
        </p:sp>
        <p:sp>
          <p:nvSpPr>
            <p:cNvPr id="2976" name="Google Shape;2976;p28"/>
            <p:cNvSpPr txBox="1"/>
            <p:nvPr/>
          </p:nvSpPr>
          <p:spPr>
            <a:xfrm>
              <a:off x="972187" y="3886199"/>
              <a:ext cx="9132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of the RTL design</a:t>
              </a:r>
              <a:endParaRPr sz="1012"/>
            </a:p>
          </p:txBody>
        </p:sp>
      </p:grpSp>
      <p:grpSp>
        <p:nvGrpSpPr>
          <p:cNvPr id="2977" name="Google Shape;2977;p28"/>
          <p:cNvGrpSpPr/>
          <p:nvPr/>
        </p:nvGrpSpPr>
        <p:grpSpPr>
          <a:xfrm>
            <a:off x="2984577" y="3899172"/>
            <a:ext cx="708126" cy="433603"/>
            <a:chOff x="2187963" y="3646170"/>
            <a:chExt cx="767700" cy="600060"/>
          </a:xfrm>
        </p:grpSpPr>
        <p:sp>
          <p:nvSpPr>
            <p:cNvPr id="2978" name="Google Shape;2978;p28"/>
            <p:cNvSpPr txBox="1"/>
            <p:nvPr/>
          </p:nvSpPr>
          <p:spPr>
            <a:xfrm>
              <a:off x="2187963" y="3646170"/>
              <a:ext cx="7677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Implement the</a:t>
              </a:r>
              <a:endParaRPr sz="1012"/>
            </a:p>
          </p:txBody>
        </p:sp>
        <p:sp>
          <p:nvSpPr>
            <p:cNvPr id="2979" name="Google Shape;2979;p28"/>
            <p:cNvSpPr txBox="1"/>
            <p:nvPr/>
          </p:nvSpPr>
          <p:spPr>
            <a:xfrm>
              <a:off x="2187963" y="3766185"/>
              <a:ext cx="7677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design using</a:t>
              </a:r>
              <a:endParaRPr sz="1012"/>
            </a:p>
          </p:txBody>
        </p:sp>
        <p:sp>
          <p:nvSpPr>
            <p:cNvPr id="2980" name="Google Shape;2980;p28"/>
            <p:cNvSpPr txBox="1"/>
            <p:nvPr/>
          </p:nvSpPr>
          <p:spPr>
            <a:xfrm>
              <a:off x="2187963" y="3886200"/>
              <a:ext cx="7677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Hardware</a:t>
              </a:r>
              <a:endParaRPr sz="1012"/>
            </a:p>
          </p:txBody>
        </p:sp>
        <p:sp>
          <p:nvSpPr>
            <p:cNvPr id="2981" name="Google Shape;2981;p28"/>
            <p:cNvSpPr txBox="1"/>
            <p:nvPr/>
          </p:nvSpPr>
          <p:spPr>
            <a:xfrm>
              <a:off x="2187963" y="4006215"/>
              <a:ext cx="7677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Description</a:t>
              </a:r>
              <a:endParaRPr sz="1012"/>
            </a:p>
          </p:txBody>
        </p:sp>
        <p:sp>
          <p:nvSpPr>
            <p:cNvPr id="2982" name="Google Shape;2982;p28"/>
            <p:cNvSpPr txBox="1"/>
            <p:nvPr/>
          </p:nvSpPr>
          <p:spPr>
            <a:xfrm>
              <a:off x="2187963" y="4126230"/>
              <a:ext cx="7677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Language</a:t>
              </a:r>
              <a:endParaRPr sz="1012"/>
            </a:p>
          </p:txBody>
        </p:sp>
      </p:grpSp>
      <p:grpSp>
        <p:nvGrpSpPr>
          <p:cNvPr id="2983" name="Google Shape;2983;p28"/>
          <p:cNvGrpSpPr/>
          <p:nvPr/>
        </p:nvGrpSpPr>
        <p:grpSpPr>
          <a:xfrm>
            <a:off x="3972255" y="3973506"/>
            <a:ext cx="841229" cy="260158"/>
            <a:chOff x="3258733" y="3749040"/>
            <a:chExt cx="912000" cy="360030"/>
          </a:xfrm>
        </p:grpSpPr>
        <p:sp>
          <p:nvSpPr>
            <p:cNvPr id="2984" name="Google Shape;2984;p28"/>
            <p:cNvSpPr txBox="1"/>
            <p:nvPr/>
          </p:nvSpPr>
          <p:spPr>
            <a:xfrm>
              <a:off x="3258733" y="3749040"/>
              <a:ext cx="9120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Build a testbench</a:t>
              </a:r>
              <a:endParaRPr sz="1012"/>
            </a:p>
          </p:txBody>
        </p:sp>
        <p:sp>
          <p:nvSpPr>
            <p:cNvPr id="2985" name="Google Shape;2985;p28"/>
            <p:cNvSpPr txBox="1"/>
            <p:nvPr/>
          </p:nvSpPr>
          <p:spPr>
            <a:xfrm>
              <a:off x="3258733" y="3869055"/>
              <a:ext cx="9120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to verify the RTL</a:t>
              </a:r>
              <a:endParaRPr sz="1012"/>
            </a:p>
          </p:txBody>
        </p:sp>
        <p:sp>
          <p:nvSpPr>
            <p:cNvPr id="2986" name="Google Shape;2986;p28"/>
            <p:cNvSpPr txBox="1"/>
            <p:nvPr/>
          </p:nvSpPr>
          <p:spPr>
            <a:xfrm>
              <a:off x="3258733" y="3989070"/>
              <a:ext cx="9120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design</a:t>
              </a:r>
              <a:endParaRPr sz="1012"/>
            </a:p>
          </p:txBody>
        </p:sp>
      </p:grpSp>
      <p:grpSp>
        <p:nvGrpSpPr>
          <p:cNvPr id="2987" name="Google Shape;2987;p28"/>
          <p:cNvGrpSpPr/>
          <p:nvPr/>
        </p:nvGrpSpPr>
        <p:grpSpPr>
          <a:xfrm>
            <a:off x="5103025" y="3899172"/>
            <a:ext cx="688203" cy="346881"/>
            <a:chOff x="4484633" y="3646170"/>
            <a:chExt cx="746100" cy="480045"/>
          </a:xfrm>
        </p:grpSpPr>
        <p:sp>
          <p:nvSpPr>
            <p:cNvPr id="2988" name="Google Shape;2988;p28"/>
            <p:cNvSpPr txBox="1"/>
            <p:nvPr/>
          </p:nvSpPr>
          <p:spPr>
            <a:xfrm>
              <a:off x="4484633" y="3646170"/>
              <a:ext cx="74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Analyze the</a:t>
              </a:r>
              <a:endParaRPr sz="1012"/>
            </a:p>
          </p:txBody>
        </p:sp>
        <p:sp>
          <p:nvSpPr>
            <p:cNvPr id="2989" name="Google Shape;2989;p28"/>
            <p:cNvSpPr txBox="1"/>
            <p:nvPr/>
          </p:nvSpPr>
          <p:spPr>
            <a:xfrm>
              <a:off x="4484633" y="3766185"/>
              <a:ext cx="74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simulation</a:t>
              </a:r>
              <a:endParaRPr sz="1012"/>
            </a:p>
          </p:txBody>
        </p:sp>
        <p:sp>
          <p:nvSpPr>
            <p:cNvPr id="2990" name="Google Shape;2990;p28"/>
            <p:cNvSpPr txBox="1"/>
            <p:nvPr/>
          </p:nvSpPr>
          <p:spPr>
            <a:xfrm>
              <a:off x="4484633" y="3886200"/>
              <a:ext cx="74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waveforms to</a:t>
              </a:r>
              <a:endParaRPr sz="1012"/>
            </a:p>
          </p:txBody>
        </p:sp>
        <p:sp>
          <p:nvSpPr>
            <p:cNvPr id="2991" name="Google Shape;2991;p28"/>
            <p:cNvSpPr txBox="1"/>
            <p:nvPr/>
          </p:nvSpPr>
          <p:spPr>
            <a:xfrm>
              <a:off x="4484633" y="4006215"/>
              <a:ext cx="746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identify issues</a:t>
              </a:r>
              <a:endParaRPr sz="1012"/>
            </a:p>
          </p:txBody>
        </p:sp>
      </p:grpSp>
      <p:grpSp>
        <p:nvGrpSpPr>
          <p:cNvPr id="2992" name="Google Shape;2992;p28"/>
          <p:cNvGrpSpPr/>
          <p:nvPr/>
        </p:nvGrpSpPr>
        <p:grpSpPr>
          <a:xfrm>
            <a:off x="7120698" y="3899172"/>
            <a:ext cx="870284" cy="260158"/>
            <a:chOff x="6672049" y="3646169"/>
            <a:chExt cx="943500" cy="360030"/>
          </a:xfrm>
        </p:grpSpPr>
        <p:sp>
          <p:nvSpPr>
            <p:cNvPr id="2993" name="Google Shape;2993;p28"/>
            <p:cNvSpPr txBox="1"/>
            <p:nvPr/>
          </p:nvSpPr>
          <p:spPr>
            <a:xfrm>
              <a:off x="6672049" y="3646169"/>
              <a:ext cx="9435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Confirm that the</a:t>
              </a:r>
              <a:endParaRPr sz="1012"/>
            </a:p>
          </p:txBody>
        </p:sp>
        <p:sp>
          <p:nvSpPr>
            <p:cNvPr id="2994" name="Google Shape;2994;p28"/>
            <p:cNvSpPr txBox="1"/>
            <p:nvPr/>
          </p:nvSpPr>
          <p:spPr>
            <a:xfrm>
              <a:off x="6672049" y="3766184"/>
              <a:ext cx="9435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RTL design meets</a:t>
              </a:r>
              <a:endParaRPr sz="1012"/>
            </a:p>
          </p:txBody>
        </p:sp>
        <p:sp>
          <p:nvSpPr>
            <p:cNvPr id="2995" name="Google Shape;2995;p28"/>
            <p:cNvSpPr txBox="1"/>
            <p:nvPr/>
          </p:nvSpPr>
          <p:spPr>
            <a:xfrm>
              <a:off x="6672049" y="3886199"/>
              <a:ext cx="9435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objectives</a:t>
              </a:r>
              <a:endParaRPr sz="1012"/>
            </a:p>
          </p:txBody>
        </p:sp>
      </p:grpSp>
      <p:grpSp>
        <p:nvGrpSpPr>
          <p:cNvPr id="2996" name="Google Shape;2996;p28"/>
          <p:cNvGrpSpPr/>
          <p:nvPr/>
        </p:nvGrpSpPr>
        <p:grpSpPr>
          <a:xfrm>
            <a:off x="6055604" y="3973506"/>
            <a:ext cx="891869" cy="346881"/>
            <a:chOff x="5517350" y="3749040"/>
            <a:chExt cx="966900" cy="480045"/>
          </a:xfrm>
        </p:grpSpPr>
        <p:sp>
          <p:nvSpPr>
            <p:cNvPr id="2997" name="Google Shape;2997;p28"/>
            <p:cNvSpPr txBox="1"/>
            <p:nvPr/>
          </p:nvSpPr>
          <p:spPr>
            <a:xfrm>
              <a:off x="5517350" y="3749040"/>
              <a:ext cx="9669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Use random stimu-</a:t>
              </a:r>
              <a:endParaRPr sz="1012"/>
            </a:p>
          </p:txBody>
        </p:sp>
        <p:sp>
          <p:nvSpPr>
            <p:cNvPr id="2998" name="Google Shape;2998;p28"/>
            <p:cNvSpPr txBox="1"/>
            <p:nvPr/>
          </p:nvSpPr>
          <p:spPr>
            <a:xfrm>
              <a:off x="5517350" y="3869055"/>
              <a:ext cx="9669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lus to uncover</a:t>
              </a:r>
              <a:endParaRPr sz="1012"/>
            </a:p>
          </p:txBody>
        </p:sp>
        <p:sp>
          <p:nvSpPr>
            <p:cNvPr id="2999" name="Google Shape;2999;p28"/>
            <p:cNvSpPr txBox="1"/>
            <p:nvPr/>
          </p:nvSpPr>
          <p:spPr>
            <a:xfrm>
              <a:off x="5517350" y="3989070"/>
              <a:ext cx="9669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unexpected</a:t>
              </a:r>
              <a:endParaRPr sz="1012"/>
            </a:p>
          </p:txBody>
        </p:sp>
        <p:sp>
          <p:nvSpPr>
            <p:cNvPr id="3000" name="Google Shape;3000;p28"/>
            <p:cNvSpPr txBox="1"/>
            <p:nvPr/>
          </p:nvSpPr>
          <p:spPr>
            <a:xfrm>
              <a:off x="5517350" y="4109085"/>
              <a:ext cx="9669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6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behavior</a:t>
              </a:r>
              <a:endParaRPr sz="1012"/>
            </a:p>
          </p:txBody>
        </p:sp>
      </p:grpSp>
      <p:sp>
        <p:nvSpPr>
          <p:cNvPr id="3001" name="Google Shape;3001;p28"/>
          <p:cNvSpPr txBox="1"/>
          <p:nvPr/>
        </p:nvSpPr>
        <p:spPr>
          <a:xfrm>
            <a:off x="4554888" y="2086287"/>
            <a:ext cx="731100" cy="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Run the RTL Code</a:t>
            </a:r>
            <a:endParaRPr sz="101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29"/>
          <p:cNvSpPr/>
          <p:nvPr/>
        </p:nvSpPr>
        <p:spPr>
          <a:xfrm>
            <a:off x="462350" y="695225"/>
            <a:ext cx="8273100" cy="388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07" name="Google Shape;3007;p29"/>
          <p:cNvSpPr txBox="1"/>
          <p:nvPr>
            <p:ph type="title"/>
          </p:nvPr>
        </p:nvSpPr>
        <p:spPr>
          <a:xfrm>
            <a:off x="1198625" y="10732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8" name="Google Shape;3008;p29"/>
          <p:cNvSpPr txBox="1"/>
          <p:nvPr>
            <p:ph idx="1" type="subTitle"/>
          </p:nvPr>
        </p:nvSpPr>
        <p:spPr>
          <a:xfrm>
            <a:off x="1198625" y="1887300"/>
            <a:ext cx="5532600" cy="22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design and verify an 8-bit Arithmetic Logic Unit using Verilog HDL that performs multiple arithmetic and logical operations, generates appropriate status flags, and correctly handles signed arithmetic and overflow conditions.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30"/>
          <p:cNvSpPr/>
          <p:nvPr/>
        </p:nvSpPr>
        <p:spPr>
          <a:xfrm>
            <a:off x="483000" y="695225"/>
            <a:ext cx="8221500" cy="3904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14" name="Google Shape;3014;p30"/>
          <p:cNvSpPr txBox="1"/>
          <p:nvPr>
            <p:ph type="title"/>
          </p:nvPr>
        </p:nvSpPr>
        <p:spPr>
          <a:xfrm>
            <a:off x="1198625" y="8298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MAIN OBJECTIVE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5" name="Google Shape;3015;p30"/>
          <p:cNvSpPr txBox="1"/>
          <p:nvPr>
            <p:ph idx="1" type="subTitle"/>
          </p:nvPr>
        </p:nvSpPr>
        <p:spPr>
          <a:xfrm>
            <a:off x="1198625" y="1804450"/>
            <a:ext cx="4540200" cy="22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design, implement, simulate, and verify an 8-bit ALU using Verilog HDL and ModelSim.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9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p31"/>
          <p:cNvSpPr/>
          <p:nvPr/>
        </p:nvSpPr>
        <p:spPr>
          <a:xfrm>
            <a:off x="472675" y="674575"/>
            <a:ext cx="8200800" cy="39351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21" name="Google Shape;3021;p31"/>
          <p:cNvSpPr txBox="1"/>
          <p:nvPr>
            <p:ph type="title"/>
          </p:nvPr>
        </p:nvSpPr>
        <p:spPr>
          <a:xfrm>
            <a:off x="858425" y="882475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CORE DEFINITION AND ARCHITECTURE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2" name="Google Shape;3022;p31"/>
          <p:cNvSpPr txBox="1"/>
          <p:nvPr>
            <p:ph idx="1" type="subTitle"/>
          </p:nvPr>
        </p:nvSpPr>
        <p:spPr>
          <a:xfrm>
            <a:off x="909400" y="1455475"/>
            <a:ext cx="5991300" cy="28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ALU?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Arithmetic Logic Unit (ALU) is a combinational digital circuit that performs arithmetic and logical operations on binary data.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fundamental component of a processor/datapath.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32"/>
          <p:cNvSpPr/>
          <p:nvPr/>
        </p:nvSpPr>
        <p:spPr>
          <a:xfrm>
            <a:off x="425250" y="624900"/>
            <a:ext cx="8293500" cy="389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28" name="Google Shape;3028;p32"/>
          <p:cNvSpPr txBox="1"/>
          <p:nvPr>
            <p:ph type="title"/>
          </p:nvPr>
        </p:nvSpPr>
        <p:spPr>
          <a:xfrm>
            <a:off x="1198625" y="6897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ALU Inputs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9" name="Google Shape;3029;p32"/>
          <p:cNvSpPr txBox="1"/>
          <p:nvPr>
            <p:ph idx="1" type="subTitle"/>
          </p:nvPr>
        </p:nvSpPr>
        <p:spPr>
          <a:xfrm>
            <a:off x="1198625" y="1376100"/>
            <a:ext cx="4228500" cy="30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      → 8-bit input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      → 8-bit input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Opcode → 4-bit operation selector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ALU Outputs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Result   → 8-bit operation result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Carry    → Carry/no-borrow indication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Zero     → Indicates zero result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Negative → Indicates negative result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Overflow → Indicates signed overflow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33"/>
          <p:cNvSpPr/>
          <p:nvPr/>
        </p:nvSpPr>
        <p:spPr>
          <a:xfrm>
            <a:off x="472675" y="695225"/>
            <a:ext cx="8252400" cy="3904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35" name="Google Shape;3035;p33"/>
          <p:cNvSpPr txBox="1"/>
          <p:nvPr>
            <p:ph type="title"/>
          </p:nvPr>
        </p:nvSpPr>
        <p:spPr>
          <a:xfrm>
            <a:off x="1075537" y="73600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6" name="Google Shape;3036;p33"/>
          <p:cNvSpPr/>
          <p:nvPr/>
        </p:nvSpPr>
        <p:spPr>
          <a:xfrm>
            <a:off x="1193850" y="1309000"/>
            <a:ext cx="6026700" cy="3121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7" name="Google Shape;3037;p33"/>
          <p:cNvSpPr/>
          <p:nvPr/>
        </p:nvSpPr>
        <p:spPr>
          <a:xfrm>
            <a:off x="1829779" y="1660831"/>
            <a:ext cx="1439010" cy="275034"/>
          </a:xfrm>
          <a:custGeom>
            <a:rect b="b" l="l" r="r" t="t"/>
            <a:pathLst>
              <a:path extrusionOk="0" h="400050" w="1102690">
                <a:moveTo>
                  <a:pt x="66513" y="342900"/>
                </a:moveTo>
                <a:lnTo>
                  <a:pt x="66513" y="400050"/>
                </a:lnTo>
                <a:lnTo>
                  <a:pt x="50558" y="400050"/>
                </a:lnTo>
                <a:cubicBezTo>
                  <a:pt x="20926" y="400050"/>
                  <a:pt x="0" y="371017"/>
                  <a:pt x="9363" y="342900"/>
                </a:cubicBezTo>
                <a:lnTo>
                  <a:pt x="76047" y="57150"/>
                </a:lnTo>
                <a:cubicBezTo>
                  <a:pt x="87096" y="24002"/>
                  <a:pt x="114147" y="0"/>
                  <a:pt x="152247" y="0"/>
                </a:cubicBezTo>
                <a:lnTo>
                  <a:pt x="1052131" y="0"/>
                </a:lnTo>
                <a:cubicBezTo>
                  <a:pt x="1081763" y="0"/>
                  <a:pt x="1102690" y="29032"/>
                  <a:pt x="1093317" y="57150"/>
                </a:cubicBezTo>
                <a:lnTo>
                  <a:pt x="1026642" y="342900"/>
                </a:lnTo>
                <a:cubicBezTo>
                  <a:pt x="1015593" y="376046"/>
                  <a:pt x="988542" y="400050"/>
                  <a:pt x="950442" y="400050"/>
                </a:cubicBezTo>
                <a:lnTo>
                  <a:pt x="66522" y="400050"/>
                </a:lnTo>
                <a:lnTo>
                  <a:pt x="66522" y="34290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33"/>
          <p:cNvSpPr/>
          <p:nvPr/>
        </p:nvSpPr>
        <p:spPr>
          <a:xfrm>
            <a:off x="1829797" y="1660831"/>
            <a:ext cx="1438992" cy="275034"/>
          </a:xfrm>
          <a:custGeom>
            <a:rect b="b" l="l" r="r" t="t"/>
            <a:pathLst>
              <a:path extrusionOk="0" h="400050" w="1102676">
                <a:moveTo>
                  <a:pt x="1036154" y="0"/>
                </a:moveTo>
                <a:lnTo>
                  <a:pt x="1052112" y="0"/>
                </a:lnTo>
                <a:cubicBezTo>
                  <a:pt x="1081748" y="0"/>
                  <a:pt x="1102676" y="29034"/>
                  <a:pt x="1093304" y="57149"/>
                </a:cubicBezTo>
                <a:moveTo>
                  <a:pt x="66521" y="400049"/>
                </a:moveTo>
                <a:lnTo>
                  <a:pt x="50563" y="400049"/>
                </a:lnTo>
                <a:cubicBezTo>
                  <a:pt x="20927" y="400050"/>
                  <a:pt x="0" y="371014"/>
                  <a:pt x="9371" y="342900"/>
                </a:cubicBezTo>
                <a:moveTo>
                  <a:pt x="152236" y="13"/>
                </a:moveTo>
                <a:lnTo>
                  <a:pt x="1036154" y="0"/>
                </a:lnTo>
                <a:moveTo>
                  <a:pt x="1026629" y="342913"/>
                </a:moveTo>
                <a:cubicBezTo>
                  <a:pt x="1015582" y="376047"/>
                  <a:pt x="988529" y="400049"/>
                  <a:pt x="950429" y="400049"/>
                </a:cubicBezTo>
                <a:moveTo>
                  <a:pt x="76036" y="57135"/>
                </a:moveTo>
                <a:cubicBezTo>
                  <a:pt x="87083" y="24002"/>
                  <a:pt x="114136" y="0"/>
                  <a:pt x="152236" y="0"/>
                </a:cubicBezTo>
                <a:moveTo>
                  <a:pt x="56986" y="400050"/>
                </a:moveTo>
                <a:lnTo>
                  <a:pt x="950429" y="400050"/>
                </a:lnTo>
                <a:moveTo>
                  <a:pt x="1026629" y="342900"/>
                </a:moveTo>
                <a:lnTo>
                  <a:pt x="1093304" y="57149"/>
                </a:lnTo>
                <a:moveTo>
                  <a:pt x="76036" y="57149"/>
                </a:moveTo>
                <a:lnTo>
                  <a:pt x="9361" y="342900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33"/>
          <p:cNvSpPr/>
          <p:nvPr/>
        </p:nvSpPr>
        <p:spPr>
          <a:xfrm>
            <a:off x="3487754" y="1660831"/>
            <a:ext cx="1438873" cy="275034"/>
          </a:xfrm>
          <a:custGeom>
            <a:rect b="b" l="l" r="r" t="t"/>
            <a:pathLst>
              <a:path extrusionOk="0" h="400050" w="1102585">
                <a:moveTo>
                  <a:pt x="66522" y="342900"/>
                </a:moveTo>
                <a:lnTo>
                  <a:pt x="66522" y="400050"/>
                </a:lnTo>
                <a:lnTo>
                  <a:pt x="50568" y="400050"/>
                </a:lnTo>
                <a:cubicBezTo>
                  <a:pt x="20935" y="400050"/>
                  <a:pt x="0" y="371017"/>
                  <a:pt x="9372" y="342900"/>
                </a:cubicBezTo>
                <a:lnTo>
                  <a:pt x="76057" y="57150"/>
                </a:lnTo>
                <a:cubicBezTo>
                  <a:pt x="87106" y="24002"/>
                  <a:pt x="114157" y="0"/>
                  <a:pt x="152257" y="0"/>
                </a:cubicBezTo>
                <a:lnTo>
                  <a:pt x="1052026" y="0"/>
                </a:lnTo>
                <a:cubicBezTo>
                  <a:pt x="1081659" y="0"/>
                  <a:pt x="1102585" y="29032"/>
                  <a:pt x="1093212" y="57150"/>
                </a:cubicBezTo>
                <a:lnTo>
                  <a:pt x="1026537" y="342900"/>
                </a:lnTo>
                <a:cubicBezTo>
                  <a:pt x="1015498" y="376046"/>
                  <a:pt x="988437" y="400050"/>
                  <a:pt x="950337" y="400050"/>
                </a:cubicBezTo>
                <a:lnTo>
                  <a:pt x="66532" y="400050"/>
                </a:lnTo>
                <a:lnTo>
                  <a:pt x="66532" y="34290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33"/>
          <p:cNvSpPr/>
          <p:nvPr/>
        </p:nvSpPr>
        <p:spPr>
          <a:xfrm>
            <a:off x="3487786" y="1660831"/>
            <a:ext cx="1438846" cy="275034"/>
          </a:xfrm>
          <a:custGeom>
            <a:rect b="b" l="l" r="r" t="t"/>
            <a:pathLst>
              <a:path extrusionOk="0" h="400049" w="1102564">
                <a:moveTo>
                  <a:pt x="1036042" y="0"/>
                </a:moveTo>
                <a:lnTo>
                  <a:pt x="1052001" y="0"/>
                </a:lnTo>
                <a:cubicBezTo>
                  <a:pt x="1081637" y="0"/>
                  <a:pt x="1102564" y="29034"/>
                  <a:pt x="1093192" y="57149"/>
                </a:cubicBezTo>
                <a:moveTo>
                  <a:pt x="66521" y="400049"/>
                </a:moveTo>
                <a:lnTo>
                  <a:pt x="50563" y="400049"/>
                </a:lnTo>
                <a:cubicBezTo>
                  <a:pt x="20927" y="400049"/>
                  <a:pt x="0" y="371014"/>
                  <a:pt x="9371" y="342899"/>
                </a:cubicBezTo>
                <a:moveTo>
                  <a:pt x="152236" y="13"/>
                </a:moveTo>
                <a:lnTo>
                  <a:pt x="1036042" y="0"/>
                </a:lnTo>
                <a:moveTo>
                  <a:pt x="1026517" y="342913"/>
                </a:moveTo>
                <a:cubicBezTo>
                  <a:pt x="1015470" y="376047"/>
                  <a:pt x="988417" y="400049"/>
                  <a:pt x="950317" y="400049"/>
                </a:cubicBezTo>
                <a:moveTo>
                  <a:pt x="76036" y="57135"/>
                </a:moveTo>
                <a:cubicBezTo>
                  <a:pt x="87083" y="24002"/>
                  <a:pt x="114136" y="0"/>
                  <a:pt x="152236" y="0"/>
                </a:cubicBezTo>
                <a:moveTo>
                  <a:pt x="56986" y="400049"/>
                </a:moveTo>
                <a:lnTo>
                  <a:pt x="950317" y="400049"/>
                </a:lnTo>
                <a:moveTo>
                  <a:pt x="1026517" y="342899"/>
                </a:moveTo>
                <a:lnTo>
                  <a:pt x="1093192" y="57150"/>
                </a:lnTo>
                <a:moveTo>
                  <a:pt x="76036" y="57150"/>
                </a:moveTo>
                <a:lnTo>
                  <a:pt x="9361" y="342899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33"/>
          <p:cNvSpPr/>
          <p:nvPr/>
        </p:nvSpPr>
        <p:spPr>
          <a:xfrm>
            <a:off x="5145598" y="1660831"/>
            <a:ext cx="1449439" cy="275034"/>
          </a:xfrm>
          <a:custGeom>
            <a:rect b="b" l="l" r="r" t="t"/>
            <a:pathLst>
              <a:path extrusionOk="0" h="400050" w="1110681">
                <a:moveTo>
                  <a:pt x="66522" y="342900"/>
                </a:moveTo>
                <a:lnTo>
                  <a:pt x="66522" y="400050"/>
                </a:lnTo>
                <a:lnTo>
                  <a:pt x="50568" y="400050"/>
                </a:lnTo>
                <a:cubicBezTo>
                  <a:pt x="20935" y="400050"/>
                  <a:pt x="0" y="371017"/>
                  <a:pt x="9372" y="342900"/>
                </a:cubicBezTo>
                <a:lnTo>
                  <a:pt x="76057" y="57150"/>
                </a:lnTo>
                <a:cubicBezTo>
                  <a:pt x="87106" y="24002"/>
                  <a:pt x="114157" y="0"/>
                  <a:pt x="152257" y="0"/>
                </a:cubicBezTo>
                <a:lnTo>
                  <a:pt x="1060113" y="0"/>
                </a:lnTo>
                <a:cubicBezTo>
                  <a:pt x="1089755" y="0"/>
                  <a:pt x="1110681" y="29032"/>
                  <a:pt x="1101309" y="57150"/>
                </a:cubicBezTo>
                <a:lnTo>
                  <a:pt x="1034634" y="342900"/>
                </a:lnTo>
                <a:cubicBezTo>
                  <a:pt x="1023585" y="376046"/>
                  <a:pt x="996534" y="400050"/>
                  <a:pt x="958434" y="400050"/>
                </a:cubicBezTo>
                <a:lnTo>
                  <a:pt x="66532" y="400050"/>
                </a:lnTo>
                <a:lnTo>
                  <a:pt x="66532" y="34290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33"/>
          <p:cNvSpPr/>
          <p:nvPr/>
        </p:nvSpPr>
        <p:spPr>
          <a:xfrm>
            <a:off x="5145628" y="1660830"/>
            <a:ext cx="1449406" cy="275034"/>
          </a:xfrm>
          <a:custGeom>
            <a:rect b="b" l="l" r="r" t="t"/>
            <a:pathLst>
              <a:path extrusionOk="0" h="400050" w="1110656">
                <a:moveTo>
                  <a:pt x="1044135" y="0"/>
                </a:moveTo>
                <a:lnTo>
                  <a:pt x="1060093" y="0"/>
                </a:lnTo>
                <a:cubicBezTo>
                  <a:pt x="1089729" y="0"/>
                  <a:pt x="1110656" y="29034"/>
                  <a:pt x="1101285" y="57149"/>
                </a:cubicBezTo>
                <a:moveTo>
                  <a:pt x="66521" y="400049"/>
                </a:moveTo>
                <a:lnTo>
                  <a:pt x="50563" y="400049"/>
                </a:lnTo>
                <a:cubicBezTo>
                  <a:pt x="20927" y="400050"/>
                  <a:pt x="0" y="371014"/>
                  <a:pt x="9371" y="342900"/>
                </a:cubicBezTo>
                <a:moveTo>
                  <a:pt x="152236" y="13"/>
                </a:moveTo>
                <a:lnTo>
                  <a:pt x="1044135" y="0"/>
                </a:lnTo>
                <a:moveTo>
                  <a:pt x="1034610" y="342913"/>
                </a:moveTo>
                <a:cubicBezTo>
                  <a:pt x="1023563" y="376047"/>
                  <a:pt x="996510" y="400049"/>
                  <a:pt x="958410" y="400049"/>
                </a:cubicBezTo>
                <a:moveTo>
                  <a:pt x="76036" y="57135"/>
                </a:moveTo>
                <a:cubicBezTo>
                  <a:pt x="87083" y="24002"/>
                  <a:pt x="114136" y="0"/>
                  <a:pt x="152236" y="0"/>
                </a:cubicBezTo>
                <a:moveTo>
                  <a:pt x="56986" y="400050"/>
                </a:moveTo>
                <a:lnTo>
                  <a:pt x="958410" y="400050"/>
                </a:lnTo>
                <a:moveTo>
                  <a:pt x="1034610" y="342900"/>
                </a:moveTo>
                <a:lnTo>
                  <a:pt x="1101285" y="57150"/>
                </a:lnTo>
                <a:moveTo>
                  <a:pt x="76036" y="57150"/>
                </a:moveTo>
                <a:lnTo>
                  <a:pt x="9361" y="342900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33"/>
          <p:cNvSpPr/>
          <p:nvPr/>
        </p:nvSpPr>
        <p:spPr>
          <a:xfrm>
            <a:off x="3661677" y="2403585"/>
            <a:ext cx="1089973" cy="212169"/>
          </a:xfrm>
          <a:custGeom>
            <a:rect b="b" l="l" r="r" t="t"/>
            <a:pathLst>
              <a:path extrusionOk="0" h="308610" w="835228">
                <a:moveTo>
                  <a:pt x="778078" y="308610"/>
                </a:moveTo>
                <a:lnTo>
                  <a:pt x="797128" y="308610"/>
                </a:lnTo>
                <a:cubicBezTo>
                  <a:pt x="818168" y="308610"/>
                  <a:pt x="835228" y="291550"/>
                  <a:pt x="835228" y="270510"/>
                </a:cubicBezTo>
                <a:lnTo>
                  <a:pt x="835228" y="38100"/>
                </a:lnTo>
                <a:cubicBezTo>
                  <a:pt x="835228" y="17059"/>
                  <a:pt x="818168" y="0"/>
                  <a:pt x="797128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270510"/>
                </a:lnTo>
                <a:cubicBezTo>
                  <a:pt x="0" y="291550"/>
                  <a:pt x="17059" y="308610"/>
                  <a:pt x="38100" y="308610"/>
                </a:cubicBezTo>
                <a:lnTo>
                  <a:pt x="778078" y="30861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33"/>
          <p:cNvSpPr/>
          <p:nvPr/>
        </p:nvSpPr>
        <p:spPr>
          <a:xfrm>
            <a:off x="3661677" y="2403585"/>
            <a:ext cx="1089966" cy="212169"/>
          </a:xfrm>
          <a:custGeom>
            <a:rect b="b" l="l" r="r" t="t"/>
            <a:pathLst>
              <a:path extrusionOk="0" h="308609" w="835223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251459"/>
                </a:lnTo>
                <a:moveTo>
                  <a:pt x="835223" y="57150"/>
                </a:moveTo>
                <a:lnTo>
                  <a:pt x="835223" y="251459"/>
                </a:lnTo>
                <a:moveTo>
                  <a:pt x="57150" y="0"/>
                </a:moveTo>
                <a:lnTo>
                  <a:pt x="778073" y="0"/>
                </a:lnTo>
                <a:moveTo>
                  <a:pt x="57150" y="308609"/>
                </a:moveTo>
                <a:lnTo>
                  <a:pt x="38100" y="308609"/>
                </a:lnTo>
                <a:cubicBezTo>
                  <a:pt x="17058" y="308609"/>
                  <a:pt x="0" y="291551"/>
                  <a:pt x="0" y="270509"/>
                </a:cubicBezTo>
                <a:lnTo>
                  <a:pt x="0" y="251459"/>
                </a:lnTo>
                <a:moveTo>
                  <a:pt x="778073" y="0"/>
                </a:moveTo>
                <a:lnTo>
                  <a:pt x="797123" y="0"/>
                </a:lnTo>
                <a:cubicBezTo>
                  <a:pt x="818165" y="0"/>
                  <a:pt x="835223" y="17058"/>
                  <a:pt x="835223" y="38100"/>
                </a:cubicBezTo>
                <a:lnTo>
                  <a:pt x="835223" y="57150"/>
                </a:lnTo>
                <a:moveTo>
                  <a:pt x="778073" y="308609"/>
                </a:moveTo>
                <a:lnTo>
                  <a:pt x="57150" y="308609"/>
                </a:lnTo>
                <a:moveTo>
                  <a:pt x="778073" y="308609"/>
                </a:moveTo>
                <a:lnTo>
                  <a:pt x="797123" y="308609"/>
                </a:lnTo>
                <a:cubicBezTo>
                  <a:pt x="818165" y="308609"/>
                  <a:pt x="835223" y="291551"/>
                  <a:pt x="835223" y="270509"/>
                </a:cubicBezTo>
                <a:lnTo>
                  <a:pt x="835223" y="251459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33"/>
          <p:cNvSpPr/>
          <p:nvPr/>
        </p:nvSpPr>
        <p:spPr>
          <a:xfrm>
            <a:off x="2744811" y="3083791"/>
            <a:ext cx="1352633" cy="275034"/>
          </a:xfrm>
          <a:custGeom>
            <a:rect b="b" l="l" r="r" t="t"/>
            <a:pathLst>
              <a:path extrusionOk="0" h="400050" w="1036500">
                <a:moveTo>
                  <a:pt x="66522" y="342900"/>
                </a:moveTo>
                <a:lnTo>
                  <a:pt x="66522" y="400050"/>
                </a:lnTo>
                <a:lnTo>
                  <a:pt x="50568" y="400050"/>
                </a:lnTo>
                <a:cubicBezTo>
                  <a:pt x="20935" y="400050"/>
                  <a:pt x="0" y="371017"/>
                  <a:pt x="9372" y="342900"/>
                </a:cubicBezTo>
                <a:lnTo>
                  <a:pt x="76057" y="57150"/>
                </a:lnTo>
                <a:cubicBezTo>
                  <a:pt x="87106" y="24002"/>
                  <a:pt x="114157" y="0"/>
                  <a:pt x="152257" y="0"/>
                </a:cubicBezTo>
                <a:lnTo>
                  <a:pt x="985932" y="0"/>
                </a:lnTo>
                <a:cubicBezTo>
                  <a:pt x="1015574" y="0"/>
                  <a:pt x="1036500" y="29032"/>
                  <a:pt x="1027128" y="57150"/>
                </a:cubicBezTo>
                <a:lnTo>
                  <a:pt x="960453" y="342900"/>
                </a:lnTo>
                <a:cubicBezTo>
                  <a:pt x="949404" y="376047"/>
                  <a:pt x="922353" y="400050"/>
                  <a:pt x="884253" y="400050"/>
                </a:cubicBezTo>
                <a:lnTo>
                  <a:pt x="66532" y="400050"/>
                </a:lnTo>
                <a:lnTo>
                  <a:pt x="66532" y="34290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33"/>
          <p:cNvSpPr/>
          <p:nvPr/>
        </p:nvSpPr>
        <p:spPr>
          <a:xfrm>
            <a:off x="2744842" y="3083791"/>
            <a:ext cx="1352600" cy="275034"/>
          </a:xfrm>
          <a:custGeom>
            <a:rect b="b" l="l" r="r" t="t"/>
            <a:pathLst>
              <a:path extrusionOk="0" h="400049" w="1036475">
                <a:moveTo>
                  <a:pt x="969953" y="0"/>
                </a:moveTo>
                <a:lnTo>
                  <a:pt x="985912" y="0"/>
                </a:lnTo>
                <a:cubicBezTo>
                  <a:pt x="1015548" y="0"/>
                  <a:pt x="1036475" y="29034"/>
                  <a:pt x="1027103" y="57149"/>
                </a:cubicBezTo>
                <a:moveTo>
                  <a:pt x="66521" y="400048"/>
                </a:moveTo>
                <a:lnTo>
                  <a:pt x="50563" y="400048"/>
                </a:lnTo>
                <a:cubicBezTo>
                  <a:pt x="20927" y="400049"/>
                  <a:pt x="0" y="371014"/>
                  <a:pt x="9371" y="342899"/>
                </a:cubicBezTo>
                <a:moveTo>
                  <a:pt x="152236" y="13"/>
                </a:moveTo>
                <a:lnTo>
                  <a:pt x="969953" y="0"/>
                </a:lnTo>
                <a:moveTo>
                  <a:pt x="960428" y="342913"/>
                </a:moveTo>
                <a:cubicBezTo>
                  <a:pt x="949381" y="376047"/>
                  <a:pt x="922328" y="400049"/>
                  <a:pt x="884228" y="400049"/>
                </a:cubicBezTo>
                <a:moveTo>
                  <a:pt x="76036" y="57135"/>
                </a:moveTo>
                <a:cubicBezTo>
                  <a:pt x="87083" y="24002"/>
                  <a:pt x="114136" y="0"/>
                  <a:pt x="152236" y="0"/>
                </a:cubicBezTo>
                <a:moveTo>
                  <a:pt x="56986" y="400049"/>
                </a:moveTo>
                <a:lnTo>
                  <a:pt x="884228" y="400049"/>
                </a:lnTo>
                <a:moveTo>
                  <a:pt x="960428" y="342899"/>
                </a:moveTo>
                <a:lnTo>
                  <a:pt x="1027103" y="57150"/>
                </a:lnTo>
                <a:moveTo>
                  <a:pt x="76036" y="57150"/>
                </a:moveTo>
                <a:lnTo>
                  <a:pt x="9361" y="342899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33"/>
          <p:cNvSpPr/>
          <p:nvPr/>
        </p:nvSpPr>
        <p:spPr>
          <a:xfrm>
            <a:off x="4328886" y="3083791"/>
            <a:ext cx="676359" cy="212169"/>
          </a:xfrm>
          <a:custGeom>
            <a:rect b="b" l="l" r="r" t="t"/>
            <a:pathLst>
              <a:path extrusionOk="0" h="308609" w="518283">
                <a:moveTo>
                  <a:pt x="461133" y="308609"/>
                </a:moveTo>
                <a:lnTo>
                  <a:pt x="480183" y="308609"/>
                </a:lnTo>
                <a:cubicBezTo>
                  <a:pt x="501224" y="308609"/>
                  <a:pt x="518283" y="291550"/>
                  <a:pt x="518283" y="270509"/>
                </a:cubicBezTo>
                <a:lnTo>
                  <a:pt x="518283" y="38100"/>
                </a:lnTo>
                <a:cubicBezTo>
                  <a:pt x="518283" y="17059"/>
                  <a:pt x="501224" y="0"/>
                  <a:pt x="480183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270509"/>
                </a:lnTo>
                <a:cubicBezTo>
                  <a:pt x="0" y="291550"/>
                  <a:pt x="17059" y="308609"/>
                  <a:pt x="38100" y="308609"/>
                </a:cubicBezTo>
                <a:lnTo>
                  <a:pt x="461133" y="308609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33"/>
          <p:cNvSpPr/>
          <p:nvPr/>
        </p:nvSpPr>
        <p:spPr>
          <a:xfrm>
            <a:off x="4328886" y="3083791"/>
            <a:ext cx="676361" cy="212169"/>
          </a:xfrm>
          <a:custGeom>
            <a:rect b="b" l="l" r="r" t="t"/>
            <a:pathLst>
              <a:path extrusionOk="0" h="308610" w="518284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251460"/>
                </a:lnTo>
                <a:moveTo>
                  <a:pt x="518284" y="57150"/>
                </a:moveTo>
                <a:lnTo>
                  <a:pt x="518284" y="251460"/>
                </a:lnTo>
                <a:moveTo>
                  <a:pt x="57150" y="0"/>
                </a:moveTo>
                <a:lnTo>
                  <a:pt x="461134" y="0"/>
                </a:lnTo>
                <a:moveTo>
                  <a:pt x="57150" y="308610"/>
                </a:moveTo>
                <a:lnTo>
                  <a:pt x="38100" y="308610"/>
                </a:lnTo>
                <a:cubicBezTo>
                  <a:pt x="17058" y="308610"/>
                  <a:pt x="0" y="291551"/>
                  <a:pt x="0" y="270510"/>
                </a:cubicBezTo>
                <a:lnTo>
                  <a:pt x="0" y="251460"/>
                </a:lnTo>
                <a:moveTo>
                  <a:pt x="461134" y="0"/>
                </a:moveTo>
                <a:lnTo>
                  <a:pt x="480184" y="0"/>
                </a:lnTo>
                <a:cubicBezTo>
                  <a:pt x="501226" y="0"/>
                  <a:pt x="518284" y="17058"/>
                  <a:pt x="518284" y="38100"/>
                </a:cubicBezTo>
                <a:lnTo>
                  <a:pt x="518284" y="57150"/>
                </a:lnTo>
                <a:moveTo>
                  <a:pt x="461134" y="308610"/>
                </a:moveTo>
                <a:lnTo>
                  <a:pt x="57150" y="308610"/>
                </a:lnTo>
                <a:moveTo>
                  <a:pt x="461134" y="308610"/>
                </a:moveTo>
                <a:lnTo>
                  <a:pt x="480184" y="308610"/>
                </a:lnTo>
                <a:cubicBezTo>
                  <a:pt x="501226" y="308610"/>
                  <a:pt x="518284" y="291551"/>
                  <a:pt x="518284" y="270510"/>
                </a:cubicBezTo>
                <a:lnTo>
                  <a:pt x="518284" y="251460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p33"/>
          <p:cNvSpPr/>
          <p:nvPr/>
        </p:nvSpPr>
        <p:spPr>
          <a:xfrm>
            <a:off x="2608086" y="3826546"/>
            <a:ext cx="873378" cy="333970"/>
          </a:xfrm>
          <a:custGeom>
            <a:rect b="b" l="l" r="r" t="t"/>
            <a:pathLst>
              <a:path extrusionOk="0" h="485775" w="669255">
                <a:moveTo>
                  <a:pt x="612105" y="485775"/>
                </a:moveTo>
                <a:lnTo>
                  <a:pt x="631155" y="485775"/>
                </a:lnTo>
                <a:cubicBezTo>
                  <a:pt x="652195" y="485775"/>
                  <a:pt x="669255" y="468715"/>
                  <a:pt x="669255" y="447675"/>
                </a:cubicBezTo>
                <a:lnTo>
                  <a:pt x="669255" y="38100"/>
                </a:lnTo>
                <a:cubicBezTo>
                  <a:pt x="669255" y="17059"/>
                  <a:pt x="652195" y="0"/>
                  <a:pt x="631155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447675"/>
                </a:lnTo>
                <a:cubicBezTo>
                  <a:pt x="0" y="468715"/>
                  <a:pt x="17059" y="485775"/>
                  <a:pt x="38100" y="485775"/>
                </a:cubicBezTo>
                <a:lnTo>
                  <a:pt x="612105" y="48577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33"/>
          <p:cNvSpPr/>
          <p:nvPr/>
        </p:nvSpPr>
        <p:spPr>
          <a:xfrm>
            <a:off x="2608086" y="3826546"/>
            <a:ext cx="873374" cy="333970"/>
          </a:xfrm>
          <a:custGeom>
            <a:rect b="b" l="l" r="r" t="t"/>
            <a:pathLst>
              <a:path extrusionOk="0" h="485775" w="669252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428625"/>
                </a:lnTo>
                <a:moveTo>
                  <a:pt x="669252" y="57150"/>
                </a:moveTo>
                <a:lnTo>
                  <a:pt x="669252" y="428625"/>
                </a:lnTo>
                <a:moveTo>
                  <a:pt x="57150" y="0"/>
                </a:moveTo>
                <a:lnTo>
                  <a:pt x="612102" y="0"/>
                </a:lnTo>
                <a:moveTo>
                  <a:pt x="57150" y="485775"/>
                </a:moveTo>
                <a:lnTo>
                  <a:pt x="38100" y="485775"/>
                </a:lnTo>
                <a:cubicBezTo>
                  <a:pt x="17058" y="485775"/>
                  <a:pt x="0" y="468716"/>
                  <a:pt x="0" y="447675"/>
                </a:cubicBezTo>
                <a:lnTo>
                  <a:pt x="0" y="428625"/>
                </a:lnTo>
                <a:moveTo>
                  <a:pt x="612102" y="0"/>
                </a:moveTo>
                <a:lnTo>
                  <a:pt x="631152" y="0"/>
                </a:lnTo>
                <a:cubicBezTo>
                  <a:pt x="652193" y="0"/>
                  <a:pt x="669252" y="17058"/>
                  <a:pt x="669252" y="38100"/>
                </a:cubicBezTo>
                <a:lnTo>
                  <a:pt x="669252" y="57150"/>
                </a:lnTo>
                <a:moveTo>
                  <a:pt x="612102" y="485775"/>
                </a:moveTo>
                <a:lnTo>
                  <a:pt x="57150" y="485775"/>
                </a:lnTo>
                <a:moveTo>
                  <a:pt x="612102" y="485775"/>
                </a:moveTo>
                <a:lnTo>
                  <a:pt x="631152" y="485775"/>
                </a:lnTo>
                <a:cubicBezTo>
                  <a:pt x="652193" y="485775"/>
                  <a:pt x="669252" y="468716"/>
                  <a:pt x="669252" y="447675"/>
                </a:cubicBezTo>
                <a:lnTo>
                  <a:pt x="669252" y="428625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1" name="Google Shape;3051;p33"/>
          <p:cNvSpPr/>
          <p:nvPr/>
        </p:nvSpPr>
        <p:spPr>
          <a:xfrm>
            <a:off x="3726582" y="3826546"/>
            <a:ext cx="818063" cy="333970"/>
          </a:xfrm>
          <a:custGeom>
            <a:rect b="b" l="l" r="r" t="t"/>
            <a:pathLst>
              <a:path extrusionOk="0" h="485775" w="626868">
                <a:moveTo>
                  <a:pt x="569718" y="485775"/>
                </a:moveTo>
                <a:lnTo>
                  <a:pt x="588768" y="485775"/>
                </a:lnTo>
                <a:cubicBezTo>
                  <a:pt x="609809" y="485775"/>
                  <a:pt x="626868" y="468715"/>
                  <a:pt x="626868" y="447675"/>
                </a:cubicBezTo>
                <a:lnTo>
                  <a:pt x="626868" y="38100"/>
                </a:lnTo>
                <a:cubicBezTo>
                  <a:pt x="626868" y="17059"/>
                  <a:pt x="609809" y="0"/>
                  <a:pt x="588768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447675"/>
                </a:lnTo>
                <a:cubicBezTo>
                  <a:pt x="0" y="468715"/>
                  <a:pt x="17059" y="485775"/>
                  <a:pt x="38100" y="485775"/>
                </a:cubicBezTo>
                <a:lnTo>
                  <a:pt x="569718" y="48577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33"/>
          <p:cNvSpPr/>
          <p:nvPr/>
        </p:nvSpPr>
        <p:spPr>
          <a:xfrm>
            <a:off x="3726582" y="3826546"/>
            <a:ext cx="818058" cy="333970"/>
          </a:xfrm>
          <a:custGeom>
            <a:rect b="b" l="l" r="r" t="t"/>
            <a:pathLst>
              <a:path extrusionOk="0" h="485775" w="626864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428625"/>
                </a:lnTo>
                <a:moveTo>
                  <a:pt x="626864" y="57150"/>
                </a:moveTo>
                <a:lnTo>
                  <a:pt x="626864" y="428625"/>
                </a:lnTo>
                <a:moveTo>
                  <a:pt x="57150" y="0"/>
                </a:moveTo>
                <a:lnTo>
                  <a:pt x="569714" y="0"/>
                </a:lnTo>
                <a:moveTo>
                  <a:pt x="57150" y="485775"/>
                </a:moveTo>
                <a:lnTo>
                  <a:pt x="38100" y="485775"/>
                </a:lnTo>
                <a:cubicBezTo>
                  <a:pt x="17058" y="485775"/>
                  <a:pt x="0" y="468716"/>
                  <a:pt x="0" y="447675"/>
                </a:cubicBezTo>
                <a:lnTo>
                  <a:pt x="0" y="428625"/>
                </a:lnTo>
                <a:moveTo>
                  <a:pt x="569714" y="0"/>
                </a:moveTo>
                <a:lnTo>
                  <a:pt x="588764" y="0"/>
                </a:lnTo>
                <a:cubicBezTo>
                  <a:pt x="609805" y="0"/>
                  <a:pt x="626864" y="17058"/>
                  <a:pt x="626864" y="38100"/>
                </a:cubicBezTo>
                <a:lnTo>
                  <a:pt x="626864" y="57150"/>
                </a:lnTo>
                <a:moveTo>
                  <a:pt x="569714" y="485775"/>
                </a:moveTo>
                <a:lnTo>
                  <a:pt x="57150" y="485775"/>
                </a:lnTo>
                <a:moveTo>
                  <a:pt x="569714" y="485775"/>
                </a:moveTo>
                <a:lnTo>
                  <a:pt x="588764" y="485775"/>
                </a:lnTo>
                <a:cubicBezTo>
                  <a:pt x="609805" y="485775"/>
                  <a:pt x="626864" y="468716"/>
                  <a:pt x="626864" y="447675"/>
                </a:cubicBezTo>
                <a:lnTo>
                  <a:pt x="626864" y="428625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33"/>
          <p:cNvSpPr/>
          <p:nvPr/>
        </p:nvSpPr>
        <p:spPr>
          <a:xfrm>
            <a:off x="4789933" y="3826546"/>
            <a:ext cx="1059195" cy="333970"/>
          </a:xfrm>
          <a:custGeom>
            <a:rect b="b" l="l" r="r" t="t"/>
            <a:pathLst>
              <a:path extrusionOk="0" h="485775" w="811644">
                <a:moveTo>
                  <a:pt x="754494" y="485775"/>
                </a:moveTo>
                <a:lnTo>
                  <a:pt x="773544" y="485775"/>
                </a:lnTo>
                <a:cubicBezTo>
                  <a:pt x="794585" y="485775"/>
                  <a:pt x="811644" y="468715"/>
                  <a:pt x="811644" y="447675"/>
                </a:cubicBezTo>
                <a:lnTo>
                  <a:pt x="811644" y="38100"/>
                </a:lnTo>
                <a:cubicBezTo>
                  <a:pt x="811644" y="17059"/>
                  <a:pt x="794585" y="0"/>
                  <a:pt x="773544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447675"/>
                </a:lnTo>
                <a:cubicBezTo>
                  <a:pt x="0" y="468715"/>
                  <a:pt x="17059" y="485775"/>
                  <a:pt x="38100" y="485775"/>
                </a:cubicBezTo>
                <a:lnTo>
                  <a:pt x="754494" y="48577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33"/>
          <p:cNvSpPr/>
          <p:nvPr/>
        </p:nvSpPr>
        <p:spPr>
          <a:xfrm>
            <a:off x="4789933" y="3826546"/>
            <a:ext cx="1059194" cy="333970"/>
          </a:xfrm>
          <a:custGeom>
            <a:rect b="b" l="l" r="r" t="t"/>
            <a:pathLst>
              <a:path extrusionOk="0" h="485775" w="811643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428625"/>
                </a:lnTo>
                <a:moveTo>
                  <a:pt x="811643" y="57150"/>
                </a:moveTo>
                <a:lnTo>
                  <a:pt x="811643" y="428625"/>
                </a:lnTo>
                <a:moveTo>
                  <a:pt x="57150" y="0"/>
                </a:moveTo>
                <a:lnTo>
                  <a:pt x="754493" y="0"/>
                </a:lnTo>
                <a:moveTo>
                  <a:pt x="57150" y="485775"/>
                </a:moveTo>
                <a:lnTo>
                  <a:pt x="38100" y="485775"/>
                </a:lnTo>
                <a:cubicBezTo>
                  <a:pt x="17058" y="485775"/>
                  <a:pt x="0" y="468716"/>
                  <a:pt x="0" y="447675"/>
                </a:cubicBezTo>
                <a:lnTo>
                  <a:pt x="0" y="428625"/>
                </a:lnTo>
                <a:moveTo>
                  <a:pt x="754493" y="0"/>
                </a:moveTo>
                <a:lnTo>
                  <a:pt x="773543" y="0"/>
                </a:lnTo>
                <a:cubicBezTo>
                  <a:pt x="794585" y="0"/>
                  <a:pt x="811643" y="17058"/>
                  <a:pt x="811643" y="38100"/>
                </a:cubicBezTo>
                <a:lnTo>
                  <a:pt x="811643" y="57150"/>
                </a:lnTo>
                <a:moveTo>
                  <a:pt x="754493" y="485775"/>
                </a:moveTo>
                <a:lnTo>
                  <a:pt x="57150" y="485775"/>
                </a:lnTo>
                <a:moveTo>
                  <a:pt x="754493" y="485775"/>
                </a:moveTo>
                <a:lnTo>
                  <a:pt x="773543" y="485775"/>
                </a:lnTo>
                <a:cubicBezTo>
                  <a:pt x="794585" y="485775"/>
                  <a:pt x="811643" y="468716"/>
                  <a:pt x="811643" y="447675"/>
                </a:cubicBezTo>
                <a:lnTo>
                  <a:pt x="811643" y="428625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33"/>
          <p:cNvSpPr/>
          <p:nvPr/>
        </p:nvSpPr>
        <p:spPr>
          <a:xfrm>
            <a:off x="6093673" y="3826546"/>
            <a:ext cx="1077381" cy="333970"/>
          </a:xfrm>
          <a:custGeom>
            <a:rect b="b" l="l" r="r" t="t"/>
            <a:pathLst>
              <a:path extrusionOk="0" h="485775" w="825579">
                <a:moveTo>
                  <a:pt x="768429" y="485775"/>
                </a:moveTo>
                <a:lnTo>
                  <a:pt x="787479" y="485775"/>
                </a:lnTo>
                <a:cubicBezTo>
                  <a:pt x="808520" y="485775"/>
                  <a:pt x="825579" y="468715"/>
                  <a:pt x="825579" y="447675"/>
                </a:cubicBezTo>
                <a:lnTo>
                  <a:pt x="825579" y="38100"/>
                </a:lnTo>
                <a:cubicBezTo>
                  <a:pt x="825579" y="17059"/>
                  <a:pt x="808520" y="0"/>
                  <a:pt x="787479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447675"/>
                </a:lnTo>
                <a:cubicBezTo>
                  <a:pt x="0" y="468715"/>
                  <a:pt x="17059" y="485775"/>
                  <a:pt x="38100" y="485775"/>
                </a:cubicBezTo>
                <a:lnTo>
                  <a:pt x="768429" y="48577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33"/>
          <p:cNvSpPr/>
          <p:nvPr/>
        </p:nvSpPr>
        <p:spPr>
          <a:xfrm>
            <a:off x="6093673" y="3826546"/>
            <a:ext cx="1077378" cy="333970"/>
          </a:xfrm>
          <a:custGeom>
            <a:rect b="b" l="l" r="r" t="t"/>
            <a:pathLst>
              <a:path extrusionOk="0" h="485775" w="825577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428625"/>
                </a:lnTo>
                <a:moveTo>
                  <a:pt x="825577" y="57150"/>
                </a:moveTo>
                <a:lnTo>
                  <a:pt x="825577" y="428625"/>
                </a:lnTo>
                <a:moveTo>
                  <a:pt x="57150" y="0"/>
                </a:moveTo>
                <a:lnTo>
                  <a:pt x="768427" y="0"/>
                </a:lnTo>
                <a:moveTo>
                  <a:pt x="57150" y="485775"/>
                </a:moveTo>
                <a:lnTo>
                  <a:pt x="38100" y="485775"/>
                </a:lnTo>
                <a:cubicBezTo>
                  <a:pt x="17058" y="485775"/>
                  <a:pt x="0" y="468716"/>
                  <a:pt x="0" y="447675"/>
                </a:cubicBezTo>
                <a:lnTo>
                  <a:pt x="0" y="428625"/>
                </a:lnTo>
                <a:moveTo>
                  <a:pt x="768427" y="0"/>
                </a:moveTo>
                <a:lnTo>
                  <a:pt x="787477" y="0"/>
                </a:lnTo>
                <a:cubicBezTo>
                  <a:pt x="808519" y="0"/>
                  <a:pt x="825577" y="17058"/>
                  <a:pt x="825577" y="38100"/>
                </a:cubicBezTo>
                <a:lnTo>
                  <a:pt x="825577" y="57150"/>
                </a:lnTo>
                <a:moveTo>
                  <a:pt x="768427" y="485775"/>
                </a:moveTo>
                <a:lnTo>
                  <a:pt x="57150" y="485775"/>
                </a:lnTo>
                <a:moveTo>
                  <a:pt x="768427" y="485775"/>
                </a:moveTo>
                <a:lnTo>
                  <a:pt x="787477" y="485775"/>
                </a:lnTo>
                <a:cubicBezTo>
                  <a:pt x="808519" y="485775"/>
                  <a:pt x="825577" y="468716"/>
                  <a:pt x="825577" y="447675"/>
                </a:cubicBezTo>
                <a:lnTo>
                  <a:pt x="825577" y="428625"/>
                </a:lnTo>
              </a:path>
            </a:pathLst>
          </a:custGeom>
          <a:noFill/>
          <a:ln cap="flat" cmpd="sng" w="19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250" lIns="62525" spcFirstLastPara="1" rIns="62525" wrap="square" tIns="3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7" name="Google Shape;3057;p33"/>
          <p:cNvGrpSpPr/>
          <p:nvPr/>
        </p:nvGrpSpPr>
        <p:grpSpPr>
          <a:xfrm>
            <a:off x="2494234" y="1905123"/>
            <a:ext cx="1824928" cy="484732"/>
            <a:chOff x="995856" y="871525"/>
            <a:chExt cx="1402712" cy="708672"/>
          </a:xfrm>
        </p:grpSpPr>
        <p:sp>
          <p:nvSpPr>
            <p:cNvPr id="3058" name="Google Shape;3058;p33"/>
            <p:cNvSpPr/>
            <p:nvPr/>
          </p:nvSpPr>
          <p:spPr>
            <a:xfrm>
              <a:off x="1036494" y="954786"/>
              <a:ext cx="1274349" cy="618458"/>
            </a:xfrm>
            <a:custGeom>
              <a:rect b="b" l="l" r="r" t="t"/>
              <a:pathLst>
                <a:path extrusionOk="0" h="618458" w="1274349">
                  <a:moveTo>
                    <a:pt x="0" y="0"/>
                  </a:moveTo>
                  <a:lnTo>
                    <a:pt x="0" y="188214"/>
                  </a:lnTo>
                  <a:cubicBezTo>
                    <a:pt x="0" y="251364"/>
                    <a:pt x="51149" y="302514"/>
                    <a:pt x="114300" y="302514"/>
                  </a:cubicBezTo>
                  <a:lnTo>
                    <a:pt x="1160049" y="302514"/>
                  </a:lnTo>
                  <a:cubicBezTo>
                    <a:pt x="1223200" y="302514"/>
                    <a:pt x="1274349" y="353663"/>
                    <a:pt x="1274349" y="416814"/>
                  </a:cubicBezTo>
                  <a:lnTo>
                    <a:pt x="1274349" y="61845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33"/>
            <p:cNvSpPr/>
            <p:nvPr/>
          </p:nvSpPr>
          <p:spPr>
            <a:xfrm>
              <a:off x="995856" y="87152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33"/>
            <p:cNvSpPr/>
            <p:nvPr/>
          </p:nvSpPr>
          <p:spPr>
            <a:xfrm>
              <a:off x="2223309" y="1492567"/>
              <a:ext cx="175259" cy="87630"/>
            </a:xfrm>
            <a:custGeom>
              <a:rect b="b" l="l" r="r" t="t"/>
              <a:pathLst>
                <a:path extrusionOk="0" h="87630" w="175259">
                  <a:moveTo>
                    <a:pt x="0" y="0"/>
                  </a:moveTo>
                  <a:lnTo>
                    <a:pt x="87629" y="87630"/>
                  </a:lnTo>
                  <a:lnTo>
                    <a:pt x="175259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1" name="Google Shape;3061;p33"/>
          <p:cNvGrpSpPr/>
          <p:nvPr/>
        </p:nvGrpSpPr>
        <p:grpSpPr>
          <a:xfrm>
            <a:off x="4091076" y="1905123"/>
            <a:ext cx="228013" cy="484732"/>
            <a:chOff x="2223252" y="871525"/>
            <a:chExt cx="175260" cy="708672"/>
          </a:xfrm>
        </p:grpSpPr>
        <p:sp>
          <p:nvSpPr>
            <p:cNvPr id="3062" name="Google Shape;3062;p33"/>
            <p:cNvSpPr/>
            <p:nvPr/>
          </p:nvSpPr>
          <p:spPr>
            <a:xfrm>
              <a:off x="2310882" y="954786"/>
              <a:ext cx="9525" cy="618458"/>
            </a:xfrm>
            <a:custGeom>
              <a:rect b="b" l="l" r="r" t="t"/>
              <a:pathLst>
                <a:path extrusionOk="0" h="618458" w="9525">
                  <a:moveTo>
                    <a:pt x="0" y="0"/>
                  </a:moveTo>
                  <a:lnTo>
                    <a:pt x="0" y="61845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33"/>
            <p:cNvSpPr/>
            <p:nvPr/>
          </p:nvSpPr>
          <p:spPr>
            <a:xfrm>
              <a:off x="2270243" y="87152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33"/>
            <p:cNvSpPr/>
            <p:nvPr/>
          </p:nvSpPr>
          <p:spPr>
            <a:xfrm>
              <a:off x="2223252" y="1492567"/>
              <a:ext cx="175260" cy="87630"/>
            </a:xfrm>
            <a:custGeom>
              <a:rect b="b" l="l" r="r" t="t"/>
              <a:pathLst>
                <a:path extrusionOk="0" h="87630" w="175260">
                  <a:moveTo>
                    <a:pt x="0" y="0"/>
                  </a:moveTo>
                  <a:lnTo>
                    <a:pt x="87629" y="87630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5" name="Google Shape;3065;p33"/>
          <p:cNvGrpSpPr/>
          <p:nvPr/>
        </p:nvGrpSpPr>
        <p:grpSpPr>
          <a:xfrm>
            <a:off x="4091076" y="1905123"/>
            <a:ext cx="1830035" cy="484732"/>
            <a:chOff x="2223252" y="871525"/>
            <a:chExt cx="1406637" cy="708672"/>
          </a:xfrm>
        </p:grpSpPr>
        <p:sp>
          <p:nvSpPr>
            <p:cNvPr id="3066" name="Google Shape;3066;p33"/>
            <p:cNvSpPr/>
            <p:nvPr/>
          </p:nvSpPr>
          <p:spPr>
            <a:xfrm>
              <a:off x="2310882" y="954786"/>
              <a:ext cx="1278350" cy="618458"/>
            </a:xfrm>
            <a:custGeom>
              <a:rect b="b" l="l" r="r" t="t"/>
              <a:pathLst>
                <a:path extrusionOk="0" h="618458" w="1278350">
                  <a:moveTo>
                    <a:pt x="1278350" y="0"/>
                  </a:moveTo>
                  <a:lnTo>
                    <a:pt x="1278350" y="188214"/>
                  </a:lnTo>
                  <a:cubicBezTo>
                    <a:pt x="1278350" y="251364"/>
                    <a:pt x="1227200" y="302514"/>
                    <a:pt x="1164050" y="302514"/>
                  </a:cubicBezTo>
                  <a:lnTo>
                    <a:pt x="114300" y="302514"/>
                  </a:lnTo>
                  <a:cubicBezTo>
                    <a:pt x="51149" y="302514"/>
                    <a:pt x="0" y="353663"/>
                    <a:pt x="0" y="416814"/>
                  </a:cubicBezTo>
                  <a:lnTo>
                    <a:pt x="0" y="61845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33"/>
            <p:cNvSpPr/>
            <p:nvPr/>
          </p:nvSpPr>
          <p:spPr>
            <a:xfrm>
              <a:off x="3548622" y="87152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4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4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33"/>
            <p:cNvSpPr/>
            <p:nvPr/>
          </p:nvSpPr>
          <p:spPr>
            <a:xfrm>
              <a:off x="2223252" y="1492567"/>
              <a:ext cx="175260" cy="87630"/>
            </a:xfrm>
            <a:custGeom>
              <a:rect b="b" l="l" r="r" t="t"/>
              <a:pathLst>
                <a:path extrusionOk="0" h="87630" w="175260">
                  <a:moveTo>
                    <a:pt x="0" y="0"/>
                  </a:moveTo>
                  <a:lnTo>
                    <a:pt x="87629" y="87630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9" name="Google Shape;3069;p33"/>
          <p:cNvGrpSpPr/>
          <p:nvPr/>
        </p:nvGrpSpPr>
        <p:grpSpPr>
          <a:xfrm>
            <a:off x="3305113" y="2585300"/>
            <a:ext cx="952829" cy="484732"/>
            <a:chOff x="1619130" y="1865935"/>
            <a:chExt cx="732382" cy="708672"/>
          </a:xfrm>
        </p:grpSpPr>
        <p:sp>
          <p:nvSpPr>
            <p:cNvPr id="3070" name="Google Shape;3070;p33"/>
            <p:cNvSpPr/>
            <p:nvPr/>
          </p:nvSpPr>
          <p:spPr>
            <a:xfrm>
              <a:off x="1706760" y="1949195"/>
              <a:ext cx="604075" cy="618458"/>
            </a:xfrm>
            <a:custGeom>
              <a:rect b="b" l="l" r="r" t="t"/>
              <a:pathLst>
                <a:path extrusionOk="0" h="618458" w="604075">
                  <a:moveTo>
                    <a:pt x="604075" y="0"/>
                  </a:moveTo>
                  <a:lnTo>
                    <a:pt x="604075" y="188213"/>
                  </a:lnTo>
                  <a:cubicBezTo>
                    <a:pt x="604075" y="251364"/>
                    <a:pt x="552926" y="302513"/>
                    <a:pt x="489775" y="302513"/>
                  </a:cubicBezTo>
                  <a:lnTo>
                    <a:pt x="114300" y="302513"/>
                  </a:lnTo>
                  <a:cubicBezTo>
                    <a:pt x="51149" y="302513"/>
                    <a:pt x="0" y="353663"/>
                    <a:pt x="0" y="416813"/>
                  </a:cubicBezTo>
                  <a:lnTo>
                    <a:pt x="0" y="61845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33"/>
            <p:cNvSpPr/>
            <p:nvPr/>
          </p:nvSpPr>
          <p:spPr>
            <a:xfrm>
              <a:off x="2270245" y="186593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33"/>
            <p:cNvSpPr/>
            <p:nvPr/>
          </p:nvSpPr>
          <p:spPr>
            <a:xfrm>
              <a:off x="1619130" y="2486977"/>
              <a:ext cx="175260" cy="87630"/>
            </a:xfrm>
            <a:custGeom>
              <a:rect b="b" l="l" r="r" t="t"/>
              <a:pathLst>
                <a:path extrusionOk="0" h="87630" w="175260">
                  <a:moveTo>
                    <a:pt x="0" y="0"/>
                  </a:moveTo>
                  <a:lnTo>
                    <a:pt x="87629" y="87630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3" name="Google Shape;3073;p33"/>
          <p:cNvGrpSpPr/>
          <p:nvPr/>
        </p:nvGrpSpPr>
        <p:grpSpPr>
          <a:xfrm>
            <a:off x="4152211" y="2585300"/>
            <a:ext cx="627861" cy="484732"/>
            <a:chOff x="2270243" y="1865935"/>
            <a:chExt cx="482599" cy="708672"/>
          </a:xfrm>
        </p:grpSpPr>
        <p:sp>
          <p:nvSpPr>
            <p:cNvPr id="3074" name="Google Shape;3074;p33"/>
            <p:cNvSpPr/>
            <p:nvPr/>
          </p:nvSpPr>
          <p:spPr>
            <a:xfrm>
              <a:off x="2310882" y="1949195"/>
              <a:ext cx="354425" cy="618458"/>
            </a:xfrm>
            <a:custGeom>
              <a:rect b="b" l="l" r="r" t="t"/>
              <a:pathLst>
                <a:path extrusionOk="0" h="618458" w="354425">
                  <a:moveTo>
                    <a:pt x="0" y="0"/>
                  </a:moveTo>
                  <a:lnTo>
                    <a:pt x="0" y="188213"/>
                  </a:lnTo>
                  <a:cubicBezTo>
                    <a:pt x="0" y="251364"/>
                    <a:pt x="51149" y="302513"/>
                    <a:pt x="114300" y="302513"/>
                  </a:cubicBezTo>
                  <a:lnTo>
                    <a:pt x="240125" y="302513"/>
                  </a:lnTo>
                  <a:cubicBezTo>
                    <a:pt x="303180" y="302513"/>
                    <a:pt x="354425" y="353663"/>
                    <a:pt x="354425" y="416813"/>
                  </a:cubicBezTo>
                  <a:lnTo>
                    <a:pt x="354425" y="61845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33"/>
            <p:cNvSpPr/>
            <p:nvPr/>
          </p:nvSpPr>
          <p:spPr>
            <a:xfrm>
              <a:off x="2270243" y="186593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33"/>
            <p:cNvSpPr/>
            <p:nvPr/>
          </p:nvSpPr>
          <p:spPr>
            <a:xfrm>
              <a:off x="2577582" y="2486977"/>
              <a:ext cx="175260" cy="87630"/>
            </a:xfrm>
            <a:custGeom>
              <a:rect b="b" l="l" r="r" t="t"/>
              <a:pathLst>
                <a:path extrusionOk="0" h="87630" w="175260">
                  <a:moveTo>
                    <a:pt x="0" y="0"/>
                  </a:moveTo>
                  <a:lnTo>
                    <a:pt x="87630" y="87630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7" name="Google Shape;3077;p33"/>
          <p:cNvGrpSpPr/>
          <p:nvPr/>
        </p:nvGrpSpPr>
        <p:grpSpPr>
          <a:xfrm>
            <a:off x="2929481" y="3265476"/>
            <a:ext cx="1789526" cy="547276"/>
            <a:chOff x="1330404" y="2860345"/>
            <a:chExt cx="1375500" cy="800111"/>
          </a:xfrm>
        </p:grpSpPr>
        <p:sp>
          <p:nvSpPr>
            <p:cNvPr id="3078" name="Google Shape;3078;p33"/>
            <p:cNvSpPr/>
            <p:nvPr/>
          </p:nvSpPr>
          <p:spPr>
            <a:xfrm>
              <a:off x="1418034" y="2943605"/>
              <a:ext cx="1247203" cy="709898"/>
            </a:xfrm>
            <a:custGeom>
              <a:rect b="b" l="l" r="r" t="t"/>
              <a:pathLst>
                <a:path extrusionOk="0" h="709898" w="1247203">
                  <a:moveTo>
                    <a:pt x="1247203" y="0"/>
                  </a:moveTo>
                  <a:lnTo>
                    <a:pt x="1247203" y="279653"/>
                  </a:lnTo>
                  <a:cubicBezTo>
                    <a:pt x="1247203" y="342804"/>
                    <a:pt x="1196054" y="393953"/>
                    <a:pt x="1132903" y="393953"/>
                  </a:cubicBezTo>
                  <a:lnTo>
                    <a:pt x="114300" y="393953"/>
                  </a:lnTo>
                  <a:cubicBezTo>
                    <a:pt x="51149" y="393953"/>
                    <a:pt x="0" y="445103"/>
                    <a:pt x="0" y="508253"/>
                  </a:cubicBezTo>
                  <a:lnTo>
                    <a:pt x="0" y="70989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33"/>
            <p:cNvSpPr/>
            <p:nvPr/>
          </p:nvSpPr>
          <p:spPr>
            <a:xfrm>
              <a:off x="2624637" y="286034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4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4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33"/>
            <p:cNvSpPr/>
            <p:nvPr/>
          </p:nvSpPr>
          <p:spPr>
            <a:xfrm>
              <a:off x="1330404" y="3572827"/>
              <a:ext cx="175260" cy="87629"/>
            </a:xfrm>
            <a:custGeom>
              <a:rect b="b" l="l" r="r" t="t"/>
              <a:pathLst>
                <a:path extrusionOk="0" h="87629" w="175260">
                  <a:moveTo>
                    <a:pt x="0" y="0"/>
                  </a:moveTo>
                  <a:lnTo>
                    <a:pt x="87629" y="87629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1" name="Google Shape;3081;p33"/>
          <p:cNvGrpSpPr/>
          <p:nvPr/>
        </p:nvGrpSpPr>
        <p:grpSpPr>
          <a:xfrm>
            <a:off x="4020445" y="3265476"/>
            <a:ext cx="698569" cy="547276"/>
            <a:chOff x="2168962" y="2860345"/>
            <a:chExt cx="536948" cy="800111"/>
          </a:xfrm>
        </p:grpSpPr>
        <p:sp>
          <p:nvSpPr>
            <p:cNvPr id="3082" name="Google Shape;3082;p33"/>
            <p:cNvSpPr/>
            <p:nvPr/>
          </p:nvSpPr>
          <p:spPr>
            <a:xfrm>
              <a:off x="2256592" y="2943605"/>
              <a:ext cx="408717" cy="709898"/>
            </a:xfrm>
            <a:custGeom>
              <a:rect b="b" l="l" r="r" t="t"/>
              <a:pathLst>
                <a:path extrusionOk="0" h="709898" w="408717">
                  <a:moveTo>
                    <a:pt x="408717" y="0"/>
                  </a:moveTo>
                  <a:lnTo>
                    <a:pt x="408717" y="279653"/>
                  </a:lnTo>
                  <a:cubicBezTo>
                    <a:pt x="408717" y="342804"/>
                    <a:pt x="357473" y="393953"/>
                    <a:pt x="294417" y="393953"/>
                  </a:cubicBezTo>
                  <a:lnTo>
                    <a:pt x="114300" y="393953"/>
                  </a:lnTo>
                  <a:cubicBezTo>
                    <a:pt x="51149" y="393953"/>
                    <a:pt x="0" y="445103"/>
                    <a:pt x="0" y="508253"/>
                  </a:cubicBezTo>
                  <a:lnTo>
                    <a:pt x="0" y="70989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33"/>
            <p:cNvSpPr/>
            <p:nvPr/>
          </p:nvSpPr>
          <p:spPr>
            <a:xfrm>
              <a:off x="2624643" y="286034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33"/>
            <p:cNvSpPr/>
            <p:nvPr/>
          </p:nvSpPr>
          <p:spPr>
            <a:xfrm>
              <a:off x="2168962" y="3572827"/>
              <a:ext cx="175260" cy="87629"/>
            </a:xfrm>
            <a:custGeom>
              <a:rect b="b" l="l" r="r" t="t"/>
              <a:pathLst>
                <a:path extrusionOk="0" h="87629" w="175260">
                  <a:moveTo>
                    <a:pt x="0" y="0"/>
                  </a:moveTo>
                  <a:lnTo>
                    <a:pt x="87629" y="87629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5" name="Google Shape;3085;p33"/>
          <p:cNvGrpSpPr/>
          <p:nvPr/>
        </p:nvGrpSpPr>
        <p:grpSpPr>
          <a:xfrm>
            <a:off x="4613275" y="3265476"/>
            <a:ext cx="818698" cy="547276"/>
            <a:chOff x="2624635" y="2860345"/>
            <a:chExt cx="629284" cy="800111"/>
          </a:xfrm>
        </p:grpSpPr>
        <p:sp>
          <p:nvSpPr>
            <p:cNvPr id="3086" name="Google Shape;3086;p33"/>
            <p:cNvSpPr/>
            <p:nvPr/>
          </p:nvSpPr>
          <p:spPr>
            <a:xfrm>
              <a:off x="2665274" y="2943605"/>
              <a:ext cx="501110" cy="709898"/>
            </a:xfrm>
            <a:custGeom>
              <a:rect b="b" l="l" r="r" t="t"/>
              <a:pathLst>
                <a:path extrusionOk="0" h="709898" w="501110">
                  <a:moveTo>
                    <a:pt x="0" y="0"/>
                  </a:moveTo>
                  <a:lnTo>
                    <a:pt x="0" y="279653"/>
                  </a:lnTo>
                  <a:cubicBezTo>
                    <a:pt x="0" y="342804"/>
                    <a:pt x="51149" y="393953"/>
                    <a:pt x="114300" y="393953"/>
                  </a:cubicBezTo>
                  <a:lnTo>
                    <a:pt x="386810" y="393953"/>
                  </a:lnTo>
                  <a:cubicBezTo>
                    <a:pt x="449865" y="393953"/>
                    <a:pt x="501110" y="445103"/>
                    <a:pt x="501110" y="508253"/>
                  </a:cubicBezTo>
                  <a:lnTo>
                    <a:pt x="501110" y="70989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33"/>
            <p:cNvSpPr/>
            <p:nvPr/>
          </p:nvSpPr>
          <p:spPr>
            <a:xfrm>
              <a:off x="2624635" y="286034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33"/>
            <p:cNvSpPr/>
            <p:nvPr/>
          </p:nvSpPr>
          <p:spPr>
            <a:xfrm>
              <a:off x="3078659" y="3572827"/>
              <a:ext cx="175260" cy="87629"/>
            </a:xfrm>
            <a:custGeom>
              <a:rect b="b" l="l" r="r" t="t"/>
              <a:pathLst>
                <a:path extrusionOk="0" h="87629" w="175260">
                  <a:moveTo>
                    <a:pt x="0" y="0"/>
                  </a:moveTo>
                  <a:lnTo>
                    <a:pt x="87629" y="87629"/>
                  </a:lnTo>
                  <a:lnTo>
                    <a:pt x="175260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9" name="Google Shape;3089;p33"/>
          <p:cNvGrpSpPr/>
          <p:nvPr/>
        </p:nvGrpSpPr>
        <p:grpSpPr>
          <a:xfrm>
            <a:off x="4613275" y="3265476"/>
            <a:ext cx="2131013" cy="547276"/>
            <a:chOff x="2624635" y="2860345"/>
            <a:chExt cx="1637981" cy="800111"/>
          </a:xfrm>
        </p:grpSpPr>
        <p:sp>
          <p:nvSpPr>
            <p:cNvPr id="3090" name="Google Shape;3090;p33"/>
            <p:cNvSpPr/>
            <p:nvPr/>
          </p:nvSpPr>
          <p:spPr>
            <a:xfrm>
              <a:off x="2665274" y="2943605"/>
              <a:ext cx="1510188" cy="709898"/>
            </a:xfrm>
            <a:custGeom>
              <a:rect b="b" l="l" r="r" t="t"/>
              <a:pathLst>
                <a:path extrusionOk="0" h="709898" w="1510188">
                  <a:moveTo>
                    <a:pt x="0" y="0"/>
                  </a:moveTo>
                  <a:lnTo>
                    <a:pt x="0" y="279653"/>
                  </a:lnTo>
                  <a:cubicBezTo>
                    <a:pt x="0" y="342804"/>
                    <a:pt x="51149" y="393953"/>
                    <a:pt x="114300" y="393953"/>
                  </a:cubicBezTo>
                  <a:lnTo>
                    <a:pt x="1395888" y="393953"/>
                  </a:lnTo>
                  <a:cubicBezTo>
                    <a:pt x="1459039" y="393953"/>
                    <a:pt x="1510188" y="445103"/>
                    <a:pt x="1510188" y="508253"/>
                  </a:cubicBezTo>
                  <a:lnTo>
                    <a:pt x="1510188" y="709898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33"/>
            <p:cNvSpPr/>
            <p:nvPr/>
          </p:nvSpPr>
          <p:spPr>
            <a:xfrm>
              <a:off x="2624635" y="2860345"/>
              <a:ext cx="81267" cy="85749"/>
            </a:xfrm>
            <a:custGeom>
              <a:rect b="b" l="l" r="r" t="t"/>
              <a:pathLst>
                <a:path extrusionOk="0" h="85749" w="81267">
                  <a:moveTo>
                    <a:pt x="223" y="42874"/>
                  </a:moveTo>
                  <a:cubicBezTo>
                    <a:pt x="0" y="57459"/>
                    <a:pt x="7652" y="71033"/>
                    <a:pt x="20247" y="78391"/>
                  </a:cubicBezTo>
                  <a:cubicBezTo>
                    <a:pt x="32842" y="85749"/>
                    <a:pt x="48425" y="85749"/>
                    <a:pt x="61019" y="78391"/>
                  </a:cubicBezTo>
                  <a:cubicBezTo>
                    <a:pt x="73614" y="71033"/>
                    <a:pt x="81267" y="57459"/>
                    <a:pt x="81043" y="42874"/>
                  </a:cubicBezTo>
                  <a:cubicBezTo>
                    <a:pt x="81267" y="28289"/>
                    <a:pt x="73614" y="14715"/>
                    <a:pt x="61019" y="7357"/>
                  </a:cubicBezTo>
                  <a:cubicBezTo>
                    <a:pt x="48425" y="0"/>
                    <a:pt x="32842" y="0"/>
                    <a:pt x="20247" y="7357"/>
                  </a:cubicBezTo>
                  <a:cubicBezTo>
                    <a:pt x="7652" y="14715"/>
                    <a:pt x="0" y="28289"/>
                    <a:pt x="223" y="4287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33"/>
            <p:cNvSpPr/>
            <p:nvPr/>
          </p:nvSpPr>
          <p:spPr>
            <a:xfrm>
              <a:off x="4088309" y="3572827"/>
              <a:ext cx="174307" cy="87629"/>
            </a:xfrm>
            <a:custGeom>
              <a:rect b="b" l="l" r="r" t="t"/>
              <a:pathLst>
                <a:path extrusionOk="0" h="87629" w="174307">
                  <a:moveTo>
                    <a:pt x="0" y="0"/>
                  </a:moveTo>
                  <a:lnTo>
                    <a:pt x="86677" y="87629"/>
                  </a:lnTo>
                  <a:lnTo>
                    <a:pt x="174307" y="0"/>
                  </a:lnTo>
                </a:path>
              </a:pathLst>
            </a:custGeom>
            <a:noFill/>
            <a:ln cap="flat" cmpd="sng" w="1955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1250" lIns="62525" spcFirstLastPara="1" rIns="62525" wrap="square" tIns="31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3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3" name="Google Shape;3093;p33"/>
          <p:cNvSpPr txBox="1"/>
          <p:nvPr/>
        </p:nvSpPr>
        <p:spPr>
          <a:xfrm>
            <a:off x="2899970" y="3173704"/>
            <a:ext cx="10380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Result [7:0]</a:t>
            </a:r>
            <a:endParaRPr sz="958"/>
          </a:p>
        </p:txBody>
      </p:sp>
      <p:sp>
        <p:nvSpPr>
          <p:cNvPr id="3094" name="Google Shape;3094;p33"/>
          <p:cNvSpPr txBox="1"/>
          <p:nvPr/>
        </p:nvSpPr>
        <p:spPr>
          <a:xfrm>
            <a:off x="4435064" y="3142431"/>
            <a:ext cx="4620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Flags</a:t>
            </a:r>
            <a:endParaRPr sz="958"/>
          </a:p>
        </p:txBody>
      </p:sp>
      <p:sp>
        <p:nvSpPr>
          <p:cNvPr id="3095" name="Google Shape;3095;p33"/>
          <p:cNvSpPr txBox="1"/>
          <p:nvPr/>
        </p:nvSpPr>
        <p:spPr>
          <a:xfrm>
            <a:off x="3736935" y="2462224"/>
            <a:ext cx="9354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8-BIT ALU</a:t>
            </a:r>
            <a:endParaRPr sz="958"/>
          </a:p>
        </p:txBody>
      </p:sp>
      <p:sp>
        <p:nvSpPr>
          <p:cNvPr id="3096" name="Google Shape;3096;p33"/>
          <p:cNvSpPr txBox="1"/>
          <p:nvPr/>
        </p:nvSpPr>
        <p:spPr>
          <a:xfrm>
            <a:off x="5293520" y="1750743"/>
            <a:ext cx="11490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Opcode [3:0]</a:t>
            </a:r>
            <a:endParaRPr sz="958"/>
          </a:p>
        </p:txBody>
      </p:sp>
      <p:sp>
        <p:nvSpPr>
          <p:cNvPr id="3097" name="Google Shape;3097;p33"/>
          <p:cNvSpPr txBox="1"/>
          <p:nvPr/>
        </p:nvSpPr>
        <p:spPr>
          <a:xfrm>
            <a:off x="1978467" y="1750743"/>
            <a:ext cx="11370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Input A [7:0]</a:t>
            </a:r>
            <a:endParaRPr sz="958"/>
          </a:p>
        </p:txBody>
      </p:sp>
      <p:sp>
        <p:nvSpPr>
          <p:cNvPr id="3098" name="Google Shape;3098;p33"/>
          <p:cNvSpPr txBox="1"/>
          <p:nvPr/>
        </p:nvSpPr>
        <p:spPr>
          <a:xfrm>
            <a:off x="2982241" y="3885185"/>
            <a:ext cx="122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sz="958"/>
          </a:p>
        </p:txBody>
      </p:sp>
      <p:sp>
        <p:nvSpPr>
          <p:cNvPr id="3099" name="Google Shape;3099;p33"/>
          <p:cNvSpPr txBox="1"/>
          <p:nvPr/>
        </p:nvSpPr>
        <p:spPr>
          <a:xfrm>
            <a:off x="4075376" y="3885185"/>
            <a:ext cx="1179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Z</a:t>
            </a:r>
            <a:endParaRPr sz="958"/>
          </a:p>
        </p:txBody>
      </p:sp>
      <p:sp>
        <p:nvSpPr>
          <p:cNvPr id="3100" name="Google Shape;3100;p33"/>
          <p:cNvSpPr txBox="1"/>
          <p:nvPr/>
        </p:nvSpPr>
        <p:spPr>
          <a:xfrm>
            <a:off x="5246096" y="3885185"/>
            <a:ext cx="1434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sz="958"/>
          </a:p>
        </p:txBody>
      </p:sp>
      <p:sp>
        <p:nvSpPr>
          <p:cNvPr id="3101" name="Google Shape;3101;p33"/>
          <p:cNvSpPr txBox="1"/>
          <p:nvPr/>
        </p:nvSpPr>
        <p:spPr>
          <a:xfrm>
            <a:off x="6565496" y="3885185"/>
            <a:ext cx="1299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 sz="958"/>
          </a:p>
        </p:txBody>
      </p:sp>
      <p:sp>
        <p:nvSpPr>
          <p:cNvPr id="3102" name="Google Shape;3102;p33"/>
          <p:cNvSpPr txBox="1"/>
          <p:nvPr/>
        </p:nvSpPr>
        <p:spPr>
          <a:xfrm>
            <a:off x="2699544" y="4018099"/>
            <a:ext cx="687300" cy="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79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Carry Flag</a:t>
            </a:r>
            <a:endParaRPr sz="958"/>
          </a:p>
        </p:txBody>
      </p:sp>
      <p:sp>
        <p:nvSpPr>
          <p:cNvPr id="3103" name="Google Shape;3103;p33"/>
          <p:cNvSpPr txBox="1"/>
          <p:nvPr/>
        </p:nvSpPr>
        <p:spPr>
          <a:xfrm>
            <a:off x="3822174" y="4018099"/>
            <a:ext cx="624600" cy="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79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Zero Flag</a:t>
            </a:r>
            <a:endParaRPr sz="958"/>
          </a:p>
        </p:txBody>
      </p:sp>
      <p:sp>
        <p:nvSpPr>
          <p:cNvPr id="3104" name="Google Shape;3104;p33"/>
          <p:cNvSpPr txBox="1"/>
          <p:nvPr/>
        </p:nvSpPr>
        <p:spPr>
          <a:xfrm>
            <a:off x="4867493" y="4018099"/>
            <a:ext cx="900900" cy="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79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Negative Flag</a:t>
            </a:r>
            <a:endParaRPr sz="958"/>
          </a:p>
        </p:txBody>
      </p:sp>
      <p:sp>
        <p:nvSpPr>
          <p:cNvPr id="3105" name="Google Shape;3105;p33"/>
          <p:cNvSpPr txBox="1"/>
          <p:nvPr/>
        </p:nvSpPr>
        <p:spPr>
          <a:xfrm>
            <a:off x="6169878" y="4018099"/>
            <a:ext cx="922200" cy="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79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Overflow Flag</a:t>
            </a:r>
            <a:endParaRPr sz="958"/>
          </a:p>
        </p:txBody>
      </p:sp>
      <p:sp>
        <p:nvSpPr>
          <p:cNvPr id="3106" name="Google Shape;3106;p33"/>
          <p:cNvSpPr txBox="1"/>
          <p:nvPr/>
        </p:nvSpPr>
        <p:spPr>
          <a:xfrm>
            <a:off x="3636469" y="1750743"/>
            <a:ext cx="1136400" cy="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6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Input B [7:0]</a:t>
            </a:r>
            <a:endParaRPr sz="95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34"/>
          <p:cNvSpPr/>
          <p:nvPr/>
        </p:nvSpPr>
        <p:spPr>
          <a:xfrm>
            <a:off x="462350" y="674575"/>
            <a:ext cx="8273100" cy="388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12" name="Google Shape;3112;p34"/>
          <p:cNvSpPr txBox="1"/>
          <p:nvPr>
            <p:ph type="title"/>
          </p:nvPr>
        </p:nvSpPr>
        <p:spPr>
          <a:xfrm>
            <a:off x="1198625" y="882475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DEVELOPMENT METHODOLOGY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3" name="Google Shape;3113;p34"/>
          <p:cNvSpPr txBox="1"/>
          <p:nvPr>
            <p:ph idx="1" type="subTitle"/>
          </p:nvPr>
        </p:nvSpPr>
        <p:spPr>
          <a:xfrm>
            <a:off x="1198625" y="1691825"/>
            <a:ext cx="42918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Requirement Analysis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Basic RTL Design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Functional Expansion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Flag Implementation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Verification Development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Self-Checking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Random Testing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Signed Arithmetic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Simulation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35"/>
          <p:cNvSpPr/>
          <p:nvPr/>
        </p:nvSpPr>
        <p:spPr>
          <a:xfrm>
            <a:off x="657100" y="690625"/>
            <a:ext cx="7922400" cy="3890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19" name="Google Shape;3119;p35"/>
          <p:cNvSpPr txBox="1"/>
          <p:nvPr>
            <p:ph type="title"/>
          </p:nvPr>
        </p:nvSpPr>
        <p:spPr>
          <a:xfrm>
            <a:off x="856500" y="709985"/>
            <a:ext cx="7431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DEVELOPMENT PROGRESS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20" name="Google Shape;3120;p35"/>
          <p:cNvGraphicFramePr/>
          <p:nvPr/>
        </p:nvGraphicFramePr>
        <p:xfrm>
          <a:off x="856500" y="128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{BBB9F164-D227-4CCB-B024-482D7727FD13}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Development Stage 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Achievement 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Basic ALU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 basic operations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Multi-operation ALU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 operations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 flags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Carry, Zero, Negative, Overflow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Self-Checking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Automatic PASS/FAIL verification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Advanced Testing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Directed + Random testing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Signed Arithmetic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Signed overflow handling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4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p36"/>
          <p:cNvSpPr/>
          <p:nvPr/>
        </p:nvSpPr>
        <p:spPr>
          <a:xfrm>
            <a:off x="544975" y="695225"/>
            <a:ext cx="8190300" cy="378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26" name="Google Shape;3126;p36"/>
          <p:cNvSpPr txBox="1"/>
          <p:nvPr>
            <p:ph type="title"/>
          </p:nvPr>
        </p:nvSpPr>
        <p:spPr>
          <a:xfrm>
            <a:off x="835775" y="804050"/>
            <a:ext cx="46623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LEVELS OF IMPLEMENTATION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7" name="Google Shape;3127;p36"/>
          <p:cNvSpPr txBox="1"/>
          <p:nvPr>
            <p:ph idx="1" type="subTitle"/>
          </p:nvPr>
        </p:nvSpPr>
        <p:spPr>
          <a:xfrm>
            <a:off x="871175" y="1487825"/>
            <a:ext cx="5908500" cy="29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LEVEL 1 – BASIC 4-OPERATION ALU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first level implements the fundamental arithmetic and logical operations.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simple working </a:t>
            </a: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8-bit combinational ALU</a:t>
            </a: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verify its basic functionality.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2" name="Google Shape;3132;p37"/>
          <p:cNvGrpSpPr/>
          <p:nvPr/>
        </p:nvGrpSpPr>
        <p:grpSpPr>
          <a:xfrm>
            <a:off x="4143367" y="4554769"/>
            <a:ext cx="842530" cy="84105"/>
            <a:chOff x="8131923" y="2641852"/>
            <a:chExt cx="1144898" cy="114273"/>
          </a:xfrm>
        </p:grpSpPr>
        <p:sp>
          <p:nvSpPr>
            <p:cNvPr id="3133" name="Google Shape;3133;p37"/>
            <p:cNvSpPr/>
            <p:nvPr/>
          </p:nvSpPr>
          <p:spPr>
            <a:xfrm>
              <a:off x="8131923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0" y="378"/>
                    <a:pt x="0" y="846"/>
                  </a:cubicBezTo>
                  <a:cubicBezTo>
                    <a:pt x="0" y="1312"/>
                    <a:pt x="378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37"/>
            <p:cNvSpPr/>
            <p:nvPr/>
          </p:nvSpPr>
          <p:spPr>
            <a:xfrm>
              <a:off x="8475468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1" y="378"/>
                    <a:pt x="1" y="846"/>
                  </a:cubicBezTo>
                  <a:cubicBezTo>
                    <a:pt x="1" y="1312"/>
                    <a:pt x="378" y="1692"/>
                    <a:pt x="846" y="1692"/>
                  </a:cubicBezTo>
                  <a:cubicBezTo>
                    <a:pt x="1312" y="1692"/>
                    <a:pt x="1692" y="1312"/>
                    <a:pt x="1692" y="846"/>
                  </a:cubicBezTo>
                  <a:cubicBezTo>
                    <a:pt x="1692" y="378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37"/>
            <p:cNvSpPr/>
            <p:nvPr/>
          </p:nvSpPr>
          <p:spPr>
            <a:xfrm>
              <a:off x="8819014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80" y="1"/>
                    <a:pt x="0" y="378"/>
                    <a:pt x="0" y="846"/>
                  </a:cubicBezTo>
                  <a:cubicBezTo>
                    <a:pt x="0" y="1312"/>
                    <a:pt x="380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37"/>
            <p:cNvSpPr/>
            <p:nvPr/>
          </p:nvSpPr>
          <p:spPr>
            <a:xfrm>
              <a:off x="9162560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0" y="378"/>
                    <a:pt x="0" y="846"/>
                  </a:cubicBezTo>
                  <a:cubicBezTo>
                    <a:pt x="0" y="1312"/>
                    <a:pt x="378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7" name="Google Shape;3137;p37"/>
          <p:cNvSpPr txBox="1"/>
          <p:nvPr>
            <p:ph idx="4294967295" type="subTitle"/>
          </p:nvPr>
        </p:nvSpPr>
        <p:spPr>
          <a:xfrm>
            <a:off x="920750" y="818700"/>
            <a:ext cx="74499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OPERATIONS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➢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➢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➢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➢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(opcode)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2'b00: result = A + B;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2'b01: result = A - B;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2'b10: result = A &amp; B;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2'b11: result = A | B;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endcase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38"/>
          <p:cNvSpPr txBox="1"/>
          <p:nvPr>
            <p:ph idx="4294967295" type="subTitle"/>
          </p:nvPr>
        </p:nvSpPr>
        <p:spPr>
          <a:xfrm>
            <a:off x="875400" y="530950"/>
            <a:ext cx="7608600" cy="4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2 – 11-Operation ALU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2 expands the basic ALU to support </a:t>
            </a: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operations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 4-bit opcode.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increase the functional capability of the ALU.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Operations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1.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ADD              4.  OR             7.  NAND              10.  INC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2.  SUB               5.  XOR          8.  NOR                 11.  DEC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3.  AND              6.  NOT           9.  XNOR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39"/>
          <p:cNvSpPr txBox="1"/>
          <p:nvPr>
            <p:ph idx="4294967295" type="subTitle"/>
          </p:nvPr>
        </p:nvSpPr>
        <p:spPr>
          <a:xfrm>
            <a:off x="835650" y="637275"/>
            <a:ext cx="7472700" cy="3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case (opcode)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4'b0000: result = A + B;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4'b0001: result = A - B;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4'b0010: result = A &amp; B;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4'b0011: result = A | B;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4'b0100: result = A ^ B;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4'b0101: result = ~A;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4'b0110: result = ~(A &amp; B);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4'b0111: result = ~(A | B);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4'b1000: result = ~(A ^ B);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4'b1001: result = A + 1;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4'b1010: result = A - 1;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endcase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p40"/>
          <p:cNvSpPr txBox="1"/>
          <p:nvPr>
            <p:ph idx="4294967295" type="subTitle"/>
          </p:nvPr>
        </p:nvSpPr>
        <p:spPr>
          <a:xfrm>
            <a:off x="784675" y="678150"/>
            <a:ext cx="76995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3 – Status Flags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3 introduces status flags that provide additional information about the ALU result.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generate important processor-style status information.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Flags Added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Char char="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Carry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Zero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Negative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Overflow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p41"/>
          <p:cNvSpPr txBox="1"/>
          <p:nvPr>
            <p:ph idx="4294967295" type="subTitle"/>
          </p:nvPr>
        </p:nvSpPr>
        <p:spPr>
          <a:xfrm>
            <a:off x="733650" y="669025"/>
            <a:ext cx="7807200" cy="40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Flag Implementation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addition: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carry = temp[8];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For subtraction: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carry = (A &gt;= B);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(result == 8'b00000000)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zero = 1'b1;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= result[7];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p42"/>
          <p:cNvSpPr txBox="1"/>
          <p:nvPr>
            <p:ph idx="4294967295" type="subTitle"/>
          </p:nvPr>
        </p:nvSpPr>
        <p:spPr>
          <a:xfrm>
            <a:off x="762000" y="727975"/>
            <a:ext cx="7790100" cy="3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Overflow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 overflow is detected using the signs of the operands and result.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4 – Self-Checking Testbench 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4 introduces an automated verification environment that compares the ALU's actual outputs with expected outputs.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eliminate manual waveform checking and automatically determine whether each test passes or fails.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p43"/>
          <p:cNvSpPr txBox="1"/>
          <p:nvPr>
            <p:ph idx="4294967295" type="subTitle"/>
          </p:nvPr>
        </p:nvSpPr>
        <p:spPr>
          <a:xfrm>
            <a:off x="713850" y="723300"/>
            <a:ext cx="7596300" cy="3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self-checking testbench to automatically verify the 8-bit ALU outputs.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expected outputs and status flags including Result, Carry, Zero, Negative, and Overflow.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automatic comparison between the expected and actual ALU outputs.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PASS/FAIL counters to track the number of successful and failed test cases.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5 – Directed + Random Testing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5 introduces two complementary verification techniques: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testing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AutoNum type="arabicPeriod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testing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p44"/>
          <p:cNvSpPr txBox="1"/>
          <p:nvPr>
            <p:ph idx="4294967295" type="subTitle"/>
          </p:nvPr>
        </p:nvSpPr>
        <p:spPr>
          <a:xfrm>
            <a:off x="716650" y="727975"/>
            <a:ext cx="7801500" cy="3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increase test coverage and identify unexpected functional errors.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directed testing using predefined input combinations to verify all 11 ALU operations.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random testing by generating random 8-bit inputs and valid 4-bit opcodes.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500 random test cases to improve functional coverage and test different input combinations.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self-checking verification by comparing the actual ALU output and flags with expected values.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PASS/FAIL counters to automatically display total tests, passed tests, failed tests, and overall verification status.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45"/>
          <p:cNvSpPr txBox="1"/>
          <p:nvPr>
            <p:ph idx="4294967295" type="subTitle"/>
          </p:nvPr>
        </p:nvSpPr>
        <p:spPr>
          <a:xfrm>
            <a:off x="671275" y="383550"/>
            <a:ext cx="7495200" cy="4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6 – Signed Arithmetic &amp; Proper Overflow Handling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6 is the advanced implementation stage, focusing on 8-bit signed two's-complement arithmetic and proper overflow detection.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that the ALU correctly handles signed values and identifies results outside the representable signed range.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 Range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8-bit two's-complement: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➢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= -128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➢"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= +127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46"/>
          <p:cNvSpPr txBox="1"/>
          <p:nvPr>
            <p:ph idx="4294967295" type="subTitle"/>
          </p:nvPr>
        </p:nvSpPr>
        <p:spPr>
          <a:xfrm>
            <a:off x="841375" y="882475"/>
            <a:ext cx="7461300" cy="3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Imp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lementation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signed arithmetic using 8-bit two’s complement representation with a range of −128 to +127.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proper overflow detection for signed addition, subtraction, increment, and decrement operations.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status flags — Carry (C), Zero (Z), Negative (N), and Overflow (V) — to indicate the ALU operation status.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boundary test cases such as </a:t>
            </a:r>
            <a:r>
              <a:rPr lang="en" sz="13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7F + 01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3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80 - 01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3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7F + 01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3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DEC</a:t>
            </a: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verify signed overflow conditions.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➢"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directed, random, and self-checking verification to validate signed arithmetic and ensure reliable ALU operation.</a:t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6" name="Shape 3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7" name="Google Shape;3187;p47"/>
          <p:cNvSpPr txBox="1"/>
          <p:nvPr>
            <p:ph type="title"/>
          </p:nvPr>
        </p:nvSpPr>
        <p:spPr>
          <a:xfrm>
            <a:off x="3622850" y="2158075"/>
            <a:ext cx="4786200" cy="1299900"/>
          </a:xfrm>
          <a:prstGeom prst="rect">
            <a:avLst/>
          </a:prstGeom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</a:t>
            </a:r>
            <a:endParaRPr i="1">
              <a:solidFill>
                <a:schemeClr val="accent2"/>
              </a:solidFill>
            </a:endParaRPr>
          </a:p>
        </p:txBody>
      </p:sp>
      <p:grpSp>
        <p:nvGrpSpPr>
          <p:cNvPr id="3188" name="Google Shape;3188;p47"/>
          <p:cNvGrpSpPr/>
          <p:nvPr/>
        </p:nvGrpSpPr>
        <p:grpSpPr>
          <a:xfrm>
            <a:off x="4143367" y="4554769"/>
            <a:ext cx="842530" cy="84105"/>
            <a:chOff x="8131923" y="2641852"/>
            <a:chExt cx="1144898" cy="114273"/>
          </a:xfrm>
        </p:grpSpPr>
        <p:sp>
          <p:nvSpPr>
            <p:cNvPr id="3189" name="Google Shape;3189;p47"/>
            <p:cNvSpPr/>
            <p:nvPr/>
          </p:nvSpPr>
          <p:spPr>
            <a:xfrm>
              <a:off x="8131923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0" y="378"/>
                    <a:pt x="0" y="846"/>
                  </a:cubicBezTo>
                  <a:cubicBezTo>
                    <a:pt x="0" y="1312"/>
                    <a:pt x="378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47"/>
            <p:cNvSpPr/>
            <p:nvPr/>
          </p:nvSpPr>
          <p:spPr>
            <a:xfrm>
              <a:off x="8475468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1" y="378"/>
                    <a:pt x="1" y="846"/>
                  </a:cubicBezTo>
                  <a:cubicBezTo>
                    <a:pt x="1" y="1312"/>
                    <a:pt x="378" y="1692"/>
                    <a:pt x="846" y="1692"/>
                  </a:cubicBezTo>
                  <a:cubicBezTo>
                    <a:pt x="1312" y="1692"/>
                    <a:pt x="1692" y="1312"/>
                    <a:pt x="1692" y="846"/>
                  </a:cubicBezTo>
                  <a:cubicBezTo>
                    <a:pt x="1692" y="378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47"/>
            <p:cNvSpPr/>
            <p:nvPr/>
          </p:nvSpPr>
          <p:spPr>
            <a:xfrm>
              <a:off x="8819014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80" y="1"/>
                    <a:pt x="0" y="378"/>
                    <a:pt x="0" y="846"/>
                  </a:cubicBezTo>
                  <a:cubicBezTo>
                    <a:pt x="0" y="1312"/>
                    <a:pt x="380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47"/>
            <p:cNvSpPr/>
            <p:nvPr/>
          </p:nvSpPr>
          <p:spPr>
            <a:xfrm>
              <a:off x="9162560" y="2641852"/>
              <a:ext cx="114261" cy="114273"/>
            </a:xfrm>
            <a:custGeom>
              <a:rect b="b" l="l" r="r" t="t"/>
              <a:pathLst>
                <a:path extrusionOk="0" h="1692" w="1692">
                  <a:moveTo>
                    <a:pt x="846" y="1"/>
                  </a:moveTo>
                  <a:cubicBezTo>
                    <a:pt x="378" y="1"/>
                    <a:pt x="0" y="378"/>
                    <a:pt x="0" y="846"/>
                  </a:cubicBezTo>
                  <a:cubicBezTo>
                    <a:pt x="0" y="1312"/>
                    <a:pt x="378" y="1692"/>
                    <a:pt x="846" y="1692"/>
                  </a:cubicBezTo>
                  <a:cubicBezTo>
                    <a:pt x="1314" y="1692"/>
                    <a:pt x="1691" y="1312"/>
                    <a:pt x="1691" y="846"/>
                  </a:cubicBezTo>
                  <a:cubicBezTo>
                    <a:pt x="1691" y="378"/>
                    <a:pt x="1314" y="1"/>
                    <a:pt x="846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3" name="Google Shape;3193;p47"/>
          <p:cNvSpPr/>
          <p:nvPr/>
        </p:nvSpPr>
        <p:spPr>
          <a:xfrm>
            <a:off x="1192776" y="1124004"/>
            <a:ext cx="319172" cy="442075"/>
          </a:xfrm>
          <a:custGeom>
            <a:rect b="b" l="l" r="r" t="t"/>
            <a:pathLst>
              <a:path extrusionOk="0" h="6200" w="4476">
                <a:moveTo>
                  <a:pt x="0" y="0"/>
                </a:moveTo>
                <a:lnTo>
                  <a:pt x="630" y="5344"/>
                </a:lnTo>
                <a:lnTo>
                  <a:pt x="1740" y="3869"/>
                </a:lnTo>
                <a:lnTo>
                  <a:pt x="2979" y="6199"/>
                </a:lnTo>
                <a:lnTo>
                  <a:pt x="4209" y="5356"/>
                </a:lnTo>
                <a:lnTo>
                  <a:pt x="2541" y="3327"/>
                </a:lnTo>
                <a:lnTo>
                  <a:pt x="4476" y="30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miter lim="231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4" name="Google Shape;3194;p47"/>
          <p:cNvGrpSpPr/>
          <p:nvPr/>
        </p:nvGrpSpPr>
        <p:grpSpPr>
          <a:xfrm>
            <a:off x="3703925" y="1058224"/>
            <a:ext cx="156427" cy="159998"/>
            <a:chOff x="9831291" y="1558709"/>
            <a:chExt cx="127229" cy="149098"/>
          </a:xfrm>
        </p:grpSpPr>
        <p:sp>
          <p:nvSpPr>
            <p:cNvPr id="3195" name="Google Shape;3195;p47"/>
            <p:cNvSpPr/>
            <p:nvPr/>
          </p:nvSpPr>
          <p:spPr>
            <a:xfrm>
              <a:off x="9831291" y="1558709"/>
              <a:ext cx="127229" cy="149098"/>
            </a:xfrm>
            <a:custGeom>
              <a:rect b="b" l="l" r="r" t="t"/>
              <a:pathLst>
                <a:path extrusionOk="0" h="2579" w="2579">
                  <a:moveTo>
                    <a:pt x="1" y="0"/>
                  </a:moveTo>
                  <a:lnTo>
                    <a:pt x="1" y="2579"/>
                  </a:lnTo>
                  <a:lnTo>
                    <a:pt x="2579" y="2579"/>
                  </a:lnTo>
                  <a:lnTo>
                    <a:pt x="2579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47"/>
            <p:cNvSpPr/>
            <p:nvPr/>
          </p:nvSpPr>
          <p:spPr>
            <a:xfrm>
              <a:off x="9862171" y="1595134"/>
              <a:ext cx="65415" cy="76544"/>
            </a:xfrm>
            <a:custGeom>
              <a:rect b="b" l="l" r="r" t="t"/>
              <a:pathLst>
                <a:path extrusionOk="0" fill="none" h="1324" w="1326">
                  <a:moveTo>
                    <a:pt x="0" y="1323"/>
                  </a:moveTo>
                  <a:lnTo>
                    <a:pt x="1325" y="0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47"/>
            <p:cNvSpPr/>
            <p:nvPr/>
          </p:nvSpPr>
          <p:spPr>
            <a:xfrm>
              <a:off x="9862171" y="1595134"/>
              <a:ext cx="65415" cy="76544"/>
            </a:xfrm>
            <a:custGeom>
              <a:rect b="b" l="l" r="r" t="t"/>
              <a:pathLst>
                <a:path extrusionOk="0" fill="none" h="1324" w="1326">
                  <a:moveTo>
                    <a:pt x="0" y="0"/>
                  </a:moveTo>
                  <a:lnTo>
                    <a:pt x="1325" y="1323"/>
                  </a:lnTo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8" name="Google Shape;3198;p47"/>
          <p:cNvGrpSpPr/>
          <p:nvPr/>
        </p:nvGrpSpPr>
        <p:grpSpPr>
          <a:xfrm>
            <a:off x="1783278" y="3273876"/>
            <a:ext cx="1444498" cy="1683897"/>
            <a:chOff x="71725" y="2151904"/>
            <a:chExt cx="1229255" cy="1432982"/>
          </a:xfrm>
        </p:grpSpPr>
        <p:sp>
          <p:nvSpPr>
            <p:cNvPr id="3199" name="Google Shape;3199;p47"/>
            <p:cNvSpPr/>
            <p:nvPr/>
          </p:nvSpPr>
          <p:spPr>
            <a:xfrm>
              <a:off x="71725" y="2615226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0" y="1"/>
                  </a:moveTo>
                  <a:lnTo>
                    <a:pt x="0" y="11523"/>
                  </a:lnTo>
                  <a:lnTo>
                    <a:pt x="9099" y="11523"/>
                  </a:lnTo>
                  <a:lnTo>
                    <a:pt x="9099" y="2190"/>
                  </a:lnTo>
                  <a:lnTo>
                    <a:pt x="71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47"/>
            <p:cNvSpPr/>
            <p:nvPr/>
          </p:nvSpPr>
          <p:spPr>
            <a:xfrm>
              <a:off x="675239" y="2615226"/>
              <a:ext cx="162241" cy="184288"/>
            </a:xfrm>
            <a:custGeom>
              <a:rect b="b" l="l" r="r" t="t"/>
              <a:pathLst>
                <a:path extrusionOk="0" h="2190" w="1928">
                  <a:moveTo>
                    <a:pt x="0" y="1"/>
                  </a:moveTo>
                  <a:lnTo>
                    <a:pt x="0" y="2190"/>
                  </a:lnTo>
                  <a:lnTo>
                    <a:pt x="1927" y="21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47"/>
            <p:cNvSpPr/>
            <p:nvPr/>
          </p:nvSpPr>
          <p:spPr>
            <a:xfrm>
              <a:off x="209140" y="2850505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47"/>
            <p:cNvSpPr/>
            <p:nvPr/>
          </p:nvSpPr>
          <p:spPr>
            <a:xfrm>
              <a:off x="209140" y="291210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47"/>
            <p:cNvSpPr/>
            <p:nvPr/>
          </p:nvSpPr>
          <p:spPr>
            <a:xfrm>
              <a:off x="209140" y="2973530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47"/>
            <p:cNvSpPr/>
            <p:nvPr/>
          </p:nvSpPr>
          <p:spPr>
            <a:xfrm>
              <a:off x="209140" y="303487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47"/>
            <p:cNvSpPr/>
            <p:nvPr/>
          </p:nvSpPr>
          <p:spPr>
            <a:xfrm>
              <a:off x="209140" y="3096471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47"/>
            <p:cNvSpPr/>
            <p:nvPr/>
          </p:nvSpPr>
          <p:spPr>
            <a:xfrm>
              <a:off x="209140" y="3157899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47"/>
            <p:cNvSpPr/>
            <p:nvPr/>
          </p:nvSpPr>
          <p:spPr>
            <a:xfrm>
              <a:off x="209140" y="3219328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47"/>
            <p:cNvSpPr/>
            <p:nvPr/>
          </p:nvSpPr>
          <p:spPr>
            <a:xfrm>
              <a:off x="209140" y="3280924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47"/>
            <p:cNvSpPr/>
            <p:nvPr/>
          </p:nvSpPr>
          <p:spPr>
            <a:xfrm>
              <a:off x="209140" y="334235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0"/>
                  </a:moveTo>
                  <a:lnTo>
                    <a:pt x="5831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47"/>
            <p:cNvSpPr/>
            <p:nvPr/>
          </p:nvSpPr>
          <p:spPr>
            <a:xfrm>
              <a:off x="209140" y="3403697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47"/>
            <p:cNvSpPr/>
            <p:nvPr/>
          </p:nvSpPr>
          <p:spPr>
            <a:xfrm>
              <a:off x="209140" y="3465293"/>
              <a:ext cx="490763" cy="84"/>
            </a:xfrm>
            <a:custGeom>
              <a:rect b="b" l="l" r="r" t="t"/>
              <a:pathLst>
                <a:path extrusionOk="0" fill="none" h="1" w="5832">
                  <a:moveTo>
                    <a:pt x="1" y="1"/>
                  </a:moveTo>
                  <a:lnTo>
                    <a:pt x="5831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47"/>
            <p:cNvSpPr/>
            <p:nvPr/>
          </p:nvSpPr>
          <p:spPr>
            <a:xfrm>
              <a:off x="303470" y="2383649"/>
              <a:ext cx="765765" cy="969492"/>
            </a:xfrm>
            <a:custGeom>
              <a:rect b="b" l="l" r="r" t="t"/>
              <a:pathLst>
                <a:path extrusionOk="0" h="11521" w="9100">
                  <a:moveTo>
                    <a:pt x="1" y="1"/>
                  </a:moveTo>
                  <a:lnTo>
                    <a:pt x="1" y="11520"/>
                  </a:lnTo>
                  <a:lnTo>
                    <a:pt x="9100" y="11520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47"/>
            <p:cNvSpPr/>
            <p:nvPr/>
          </p:nvSpPr>
          <p:spPr>
            <a:xfrm>
              <a:off x="906815" y="2383649"/>
              <a:ext cx="162409" cy="183952"/>
            </a:xfrm>
            <a:custGeom>
              <a:rect b="b" l="l" r="r" t="t"/>
              <a:pathLst>
                <a:path extrusionOk="0" h="2186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47"/>
            <p:cNvSpPr/>
            <p:nvPr/>
          </p:nvSpPr>
          <p:spPr>
            <a:xfrm>
              <a:off x="440885" y="261876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47"/>
            <p:cNvSpPr/>
            <p:nvPr/>
          </p:nvSpPr>
          <p:spPr>
            <a:xfrm>
              <a:off x="440885" y="268018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47"/>
            <p:cNvSpPr/>
            <p:nvPr/>
          </p:nvSpPr>
          <p:spPr>
            <a:xfrm>
              <a:off x="440885" y="2741785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47"/>
            <p:cNvSpPr/>
            <p:nvPr/>
          </p:nvSpPr>
          <p:spPr>
            <a:xfrm>
              <a:off x="440885" y="280312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47"/>
            <p:cNvSpPr/>
            <p:nvPr/>
          </p:nvSpPr>
          <p:spPr>
            <a:xfrm>
              <a:off x="440885" y="2864558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47"/>
            <p:cNvSpPr/>
            <p:nvPr/>
          </p:nvSpPr>
          <p:spPr>
            <a:xfrm>
              <a:off x="440885" y="292615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47"/>
            <p:cNvSpPr/>
            <p:nvPr/>
          </p:nvSpPr>
          <p:spPr>
            <a:xfrm>
              <a:off x="440885" y="2987583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47"/>
            <p:cNvSpPr/>
            <p:nvPr/>
          </p:nvSpPr>
          <p:spPr>
            <a:xfrm>
              <a:off x="440885" y="3048927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47"/>
            <p:cNvSpPr/>
            <p:nvPr/>
          </p:nvSpPr>
          <p:spPr>
            <a:xfrm>
              <a:off x="440885" y="3110524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47"/>
            <p:cNvSpPr/>
            <p:nvPr/>
          </p:nvSpPr>
          <p:spPr>
            <a:xfrm>
              <a:off x="440885" y="3172120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1"/>
                  </a:moveTo>
                  <a:lnTo>
                    <a:pt x="5834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47"/>
            <p:cNvSpPr/>
            <p:nvPr/>
          </p:nvSpPr>
          <p:spPr>
            <a:xfrm>
              <a:off x="440885" y="3233549"/>
              <a:ext cx="490931" cy="84"/>
            </a:xfrm>
            <a:custGeom>
              <a:rect b="b" l="l" r="r" t="t"/>
              <a:pathLst>
                <a:path extrusionOk="0" fill="none" h="1" w="5834">
                  <a:moveTo>
                    <a:pt x="1" y="0"/>
                  </a:moveTo>
                  <a:lnTo>
                    <a:pt x="5834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47"/>
            <p:cNvSpPr/>
            <p:nvPr/>
          </p:nvSpPr>
          <p:spPr>
            <a:xfrm>
              <a:off x="535215" y="2151904"/>
              <a:ext cx="765765" cy="969660"/>
            </a:xfrm>
            <a:custGeom>
              <a:rect b="b" l="l" r="r" t="t"/>
              <a:pathLst>
                <a:path extrusionOk="0" h="11523" w="9100">
                  <a:moveTo>
                    <a:pt x="1" y="1"/>
                  </a:moveTo>
                  <a:lnTo>
                    <a:pt x="1" y="11522"/>
                  </a:lnTo>
                  <a:lnTo>
                    <a:pt x="9100" y="11522"/>
                  </a:lnTo>
                  <a:lnTo>
                    <a:pt x="9100" y="2185"/>
                  </a:lnTo>
                  <a:lnTo>
                    <a:pt x="71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47"/>
            <p:cNvSpPr/>
            <p:nvPr/>
          </p:nvSpPr>
          <p:spPr>
            <a:xfrm>
              <a:off x="1138561" y="2151904"/>
              <a:ext cx="162409" cy="183868"/>
            </a:xfrm>
            <a:custGeom>
              <a:rect b="b" l="l" r="r" t="t"/>
              <a:pathLst>
                <a:path extrusionOk="0" h="2185" w="1930">
                  <a:moveTo>
                    <a:pt x="0" y="1"/>
                  </a:moveTo>
                  <a:lnTo>
                    <a:pt x="0" y="2185"/>
                  </a:lnTo>
                  <a:lnTo>
                    <a:pt x="1930" y="2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47"/>
            <p:cNvSpPr/>
            <p:nvPr/>
          </p:nvSpPr>
          <p:spPr>
            <a:xfrm>
              <a:off x="672714" y="238701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47"/>
            <p:cNvSpPr/>
            <p:nvPr/>
          </p:nvSpPr>
          <p:spPr>
            <a:xfrm>
              <a:off x="672714" y="2448359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47"/>
            <p:cNvSpPr/>
            <p:nvPr/>
          </p:nvSpPr>
          <p:spPr>
            <a:xfrm>
              <a:off x="672714" y="250995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47"/>
            <p:cNvSpPr/>
            <p:nvPr/>
          </p:nvSpPr>
          <p:spPr>
            <a:xfrm>
              <a:off x="672714" y="257138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47"/>
            <p:cNvSpPr/>
            <p:nvPr/>
          </p:nvSpPr>
          <p:spPr>
            <a:xfrm>
              <a:off x="672714" y="2632813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47"/>
            <p:cNvSpPr/>
            <p:nvPr/>
          </p:nvSpPr>
          <p:spPr>
            <a:xfrm>
              <a:off x="672714" y="2694578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47"/>
            <p:cNvSpPr/>
            <p:nvPr/>
          </p:nvSpPr>
          <p:spPr>
            <a:xfrm>
              <a:off x="672714" y="2756006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47"/>
            <p:cNvSpPr/>
            <p:nvPr/>
          </p:nvSpPr>
          <p:spPr>
            <a:xfrm>
              <a:off x="672714" y="2817182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47"/>
            <p:cNvSpPr/>
            <p:nvPr/>
          </p:nvSpPr>
          <p:spPr>
            <a:xfrm>
              <a:off x="672714" y="2878947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47"/>
            <p:cNvSpPr/>
            <p:nvPr/>
          </p:nvSpPr>
          <p:spPr>
            <a:xfrm>
              <a:off x="672714" y="2940375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1"/>
                  </a:moveTo>
                  <a:lnTo>
                    <a:pt x="5833" y="1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47"/>
            <p:cNvSpPr/>
            <p:nvPr/>
          </p:nvSpPr>
          <p:spPr>
            <a:xfrm>
              <a:off x="672714" y="3001804"/>
              <a:ext cx="490847" cy="84"/>
            </a:xfrm>
            <a:custGeom>
              <a:rect b="b" l="l" r="r" t="t"/>
              <a:pathLst>
                <a:path extrusionOk="0" fill="none" h="1" w="5833">
                  <a:moveTo>
                    <a:pt x="0" y="0"/>
                  </a:moveTo>
                  <a:lnTo>
                    <a:pt x="5833" y="0"/>
                  </a:lnTo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miter lim="23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48"/>
          <p:cNvSpPr txBox="1"/>
          <p:nvPr>
            <p:ph idx="4294967295" type="subTitle"/>
          </p:nvPr>
        </p:nvSpPr>
        <p:spPr>
          <a:xfrm>
            <a:off x="898075" y="882475"/>
            <a:ext cx="44598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LEVEL 1 – BASIC 4-OPERATION ALU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3" name="Google Shape;3243;p48" title="Screenshot 2026-09-15 2151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700" y="1368775"/>
            <a:ext cx="5906699" cy="31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49"/>
          <p:cNvSpPr txBox="1"/>
          <p:nvPr>
            <p:ph idx="4294967295" type="subTitle"/>
          </p:nvPr>
        </p:nvSpPr>
        <p:spPr>
          <a:xfrm>
            <a:off x="869800" y="807100"/>
            <a:ext cx="44598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LEVEL 1 – BASIC 4-OPERATION ALU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9" name="Google Shape;3249;p49" title="Screenshot 2026-09-15 2153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75" y="1347775"/>
            <a:ext cx="6896249" cy="31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p50"/>
          <p:cNvSpPr txBox="1"/>
          <p:nvPr>
            <p:ph idx="4294967295" type="subTitle"/>
          </p:nvPr>
        </p:nvSpPr>
        <p:spPr>
          <a:xfrm>
            <a:off x="898075" y="882475"/>
            <a:ext cx="44598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2 – 11-Operation ALU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5" name="Google Shape;3255;p50" title="lvl2_tran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800" y="1344175"/>
            <a:ext cx="6587023" cy="322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9" name="Shape 3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p51"/>
          <p:cNvSpPr txBox="1"/>
          <p:nvPr>
            <p:ph idx="4294967295" type="subTitle"/>
          </p:nvPr>
        </p:nvSpPr>
        <p:spPr>
          <a:xfrm>
            <a:off x="898075" y="882475"/>
            <a:ext cx="44598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2 – 11-Operation ALU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1" name="Google Shape;3261;p51" title="lvl2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550" y="1344175"/>
            <a:ext cx="6900898" cy="332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5" name="Shape 3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" name="Google Shape;3266;p52"/>
          <p:cNvSpPr txBox="1"/>
          <p:nvPr>
            <p:ph idx="4294967295" type="subTitle"/>
          </p:nvPr>
        </p:nvSpPr>
        <p:spPr>
          <a:xfrm>
            <a:off x="898075" y="891895"/>
            <a:ext cx="27171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3 – Status Flags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7" name="Google Shape;3267;p52" title="lvl3_tran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338300"/>
            <a:ext cx="6637277" cy="324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53"/>
          <p:cNvSpPr txBox="1"/>
          <p:nvPr>
            <p:ph idx="4294967295" type="subTitle"/>
          </p:nvPr>
        </p:nvSpPr>
        <p:spPr>
          <a:xfrm>
            <a:off x="898075" y="882475"/>
            <a:ext cx="4459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3 – Status Flags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73" name="Google Shape;3273;p53" title="lvl3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383400"/>
            <a:ext cx="6607300" cy="322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54"/>
          <p:cNvSpPr txBox="1"/>
          <p:nvPr>
            <p:ph idx="4294967295" type="subTitle"/>
          </p:nvPr>
        </p:nvSpPr>
        <p:spPr>
          <a:xfrm>
            <a:off x="898075" y="882475"/>
            <a:ext cx="4459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4 – Self-Checking Testbench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79" name="Google Shape;3279;p54" title="lvl4_tran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394275"/>
            <a:ext cx="6798399" cy="314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55"/>
          <p:cNvSpPr txBox="1"/>
          <p:nvPr>
            <p:ph idx="4294967295" type="subTitle"/>
          </p:nvPr>
        </p:nvSpPr>
        <p:spPr>
          <a:xfrm>
            <a:off x="898075" y="882475"/>
            <a:ext cx="4459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4 – Self-Checking Testbench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5" name="Google Shape;3285;p55" title="lvl4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328875"/>
            <a:ext cx="7064025" cy="331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56"/>
          <p:cNvSpPr txBox="1"/>
          <p:nvPr>
            <p:ph idx="4294967295" type="subTitle"/>
          </p:nvPr>
        </p:nvSpPr>
        <p:spPr>
          <a:xfrm>
            <a:off x="898075" y="882475"/>
            <a:ext cx="4459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5 – Directed + Random Testing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1" name="Google Shape;3291;p56" title="lvl5_tran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372525"/>
            <a:ext cx="7064026" cy="329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57"/>
          <p:cNvSpPr txBox="1"/>
          <p:nvPr>
            <p:ph idx="4294967295" type="subTitle"/>
          </p:nvPr>
        </p:nvSpPr>
        <p:spPr>
          <a:xfrm>
            <a:off x="898075" y="882475"/>
            <a:ext cx="4459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5 – Directed + Random Testing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7" name="Google Shape;3297;p57" title="lvl5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416025"/>
            <a:ext cx="7161874" cy="319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1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3302;p58"/>
          <p:cNvSpPr txBox="1"/>
          <p:nvPr>
            <p:ph idx="4294967295" type="subTitle"/>
          </p:nvPr>
        </p:nvSpPr>
        <p:spPr>
          <a:xfrm>
            <a:off x="898075" y="891895"/>
            <a:ext cx="5788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6 – Signed Arithmetic &amp; Proper Overflow Handling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3" name="Google Shape;3303;p58" title="lvl6_tran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403700"/>
            <a:ext cx="7064027" cy="3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p59"/>
          <p:cNvSpPr txBox="1"/>
          <p:nvPr>
            <p:ph idx="4294967295" type="subTitle"/>
          </p:nvPr>
        </p:nvSpPr>
        <p:spPr>
          <a:xfrm>
            <a:off x="898075" y="882475"/>
            <a:ext cx="5788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6 – Signed Arithmetic &amp; Proper Overflow Handling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9" name="Google Shape;3309;p59" title="lvl6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5" y="1328875"/>
            <a:ext cx="7140149" cy="330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3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p60"/>
          <p:cNvSpPr txBox="1"/>
          <p:nvPr>
            <p:ph idx="4294967295" type="subTitle"/>
          </p:nvPr>
        </p:nvSpPr>
        <p:spPr>
          <a:xfrm>
            <a:off x="898075" y="882475"/>
            <a:ext cx="103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5" name="Google Shape;3315;p60"/>
          <p:cNvSpPr txBox="1"/>
          <p:nvPr/>
        </p:nvSpPr>
        <p:spPr>
          <a:xfrm>
            <a:off x="1015075" y="1444250"/>
            <a:ext cx="5426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HDL</a:t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Verilog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SIMULATOR</a:t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Modelsim intel FPGA Starter edition 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9" name="Shape 3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0" name="Google Shape;3320;p61"/>
          <p:cNvSpPr txBox="1"/>
          <p:nvPr>
            <p:ph idx="4294967295" type="subTitle"/>
          </p:nvPr>
        </p:nvSpPr>
        <p:spPr>
          <a:xfrm>
            <a:off x="898075" y="882475"/>
            <a:ext cx="1162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1" name="Google Shape;3321;p61"/>
          <p:cNvSpPr txBox="1"/>
          <p:nvPr>
            <p:ph idx="4294967295" type="subTitle"/>
          </p:nvPr>
        </p:nvSpPr>
        <p:spPr>
          <a:xfrm>
            <a:off x="898075" y="2551550"/>
            <a:ext cx="1726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CONCLUTION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2" name="Google Shape;3322;p61"/>
          <p:cNvSpPr txBox="1"/>
          <p:nvPr/>
        </p:nvSpPr>
        <p:spPr>
          <a:xfrm>
            <a:off x="1024500" y="3121075"/>
            <a:ext cx="69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 successfully demonstrates the progressive design and verification of an 8-bit ALU using Verilog HDL and ModelSim.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23" name="Google Shape;3323;p61"/>
          <p:cNvSpPr txBox="1"/>
          <p:nvPr/>
        </p:nvSpPr>
        <p:spPr>
          <a:xfrm>
            <a:off x="1024500" y="1328875"/>
            <a:ext cx="675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 successfully demonstrates the progressive design and verification of an 8-bit ALU using Verilog HDL and ModelSim. 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nochrome Pastel Interface Pitch Deck by Slidesgo">
  <a:themeElements>
    <a:clrScheme name="Simple Light">
      <a:dk1>
        <a:srgbClr val="222C42"/>
      </a:dk1>
      <a:lt1>
        <a:srgbClr val="DDECF5"/>
      </a:lt1>
      <a:dk2>
        <a:srgbClr val="F6FCFF"/>
      </a:dk2>
      <a:lt2>
        <a:srgbClr val="A9DEE1"/>
      </a:lt2>
      <a:accent1>
        <a:srgbClr val="0CD2C6"/>
      </a:accent1>
      <a:accent2>
        <a:srgbClr val="447A7D"/>
      </a:accent2>
      <a:accent3>
        <a:srgbClr val="FFFFFF"/>
      </a:accent3>
      <a:accent4>
        <a:srgbClr val="6FA8DC"/>
      </a:accent4>
      <a:accent5>
        <a:srgbClr val="FFFFFF"/>
      </a:accent5>
      <a:accent6>
        <a:srgbClr val="FFFFFF"/>
      </a:accent6>
      <a:hlink>
        <a:srgbClr val="312C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